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0"/>
  </p:notesMasterIdLst>
  <p:handoutMasterIdLst>
    <p:handoutMasterId r:id="rId21"/>
  </p:handoutMasterIdLst>
  <p:sldIdLst>
    <p:sldId id="256" r:id="rId3"/>
    <p:sldId id="375" r:id="rId4"/>
    <p:sldId id="376" r:id="rId5"/>
    <p:sldId id="377" r:id="rId6"/>
    <p:sldId id="378" r:id="rId7"/>
    <p:sldId id="379" r:id="rId8"/>
    <p:sldId id="380" r:id="rId9"/>
    <p:sldId id="381" r:id="rId10"/>
    <p:sldId id="382" r:id="rId11"/>
    <p:sldId id="384" r:id="rId12"/>
    <p:sldId id="385" r:id="rId13"/>
    <p:sldId id="386" r:id="rId14"/>
    <p:sldId id="387" r:id="rId15"/>
    <p:sldId id="388" r:id="rId16"/>
    <p:sldId id="389" r:id="rId17"/>
    <p:sldId id="390" r:id="rId18"/>
    <p:sldId id="283" r:id="rId19"/>
  </p:sldIdLst>
  <p:sldSz cx="12192000" cy="6858000"/>
  <p:notesSz cx="6858000" cy="9144000"/>
  <p:defaultTextStyle>
    <a:defPPr>
      <a:defRPr lang="en-US"/>
    </a:defPPr>
    <a:lvl1pPr marL="0" algn="l" defTabSz="914400" rtl="0" eaLnBrk="1" latinLnBrk="0" hangingPunct="1">
      <a:defRPr sz="1765" kern="1200">
        <a:solidFill>
          <a:schemeClr val="tx1"/>
        </a:solidFill>
        <a:latin typeface="+mn-lt"/>
        <a:ea typeface="+mn-ea"/>
        <a:cs typeface="+mn-cs"/>
      </a:defRPr>
    </a:lvl1pPr>
    <a:lvl2pPr marL="457200" algn="l" defTabSz="914400" rtl="0" eaLnBrk="1" latinLnBrk="0" hangingPunct="1">
      <a:defRPr sz="1765" kern="1200">
        <a:solidFill>
          <a:schemeClr val="tx1"/>
        </a:solidFill>
        <a:latin typeface="+mn-lt"/>
        <a:ea typeface="+mn-ea"/>
        <a:cs typeface="+mn-cs"/>
      </a:defRPr>
    </a:lvl2pPr>
    <a:lvl3pPr marL="914400" algn="l" defTabSz="914400" rtl="0" eaLnBrk="1" latinLnBrk="0" hangingPunct="1">
      <a:defRPr sz="1765" kern="1200">
        <a:solidFill>
          <a:schemeClr val="tx1"/>
        </a:solidFill>
        <a:latin typeface="+mn-lt"/>
        <a:ea typeface="+mn-ea"/>
        <a:cs typeface="+mn-cs"/>
      </a:defRPr>
    </a:lvl3pPr>
    <a:lvl4pPr marL="1371600" algn="l" defTabSz="914400" rtl="0" eaLnBrk="1" latinLnBrk="0" hangingPunct="1">
      <a:defRPr sz="1765" kern="1200">
        <a:solidFill>
          <a:schemeClr val="tx1"/>
        </a:solidFill>
        <a:latin typeface="+mn-lt"/>
        <a:ea typeface="+mn-ea"/>
        <a:cs typeface="+mn-cs"/>
      </a:defRPr>
    </a:lvl4pPr>
    <a:lvl5pPr marL="1828800" algn="l" defTabSz="914400" rtl="0" eaLnBrk="1" latinLnBrk="0" hangingPunct="1">
      <a:defRPr sz="1765" kern="1200">
        <a:solidFill>
          <a:schemeClr val="tx1"/>
        </a:solidFill>
        <a:latin typeface="+mn-lt"/>
        <a:ea typeface="+mn-ea"/>
        <a:cs typeface="+mn-cs"/>
      </a:defRPr>
    </a:lvl5pPr>
    <a:lvl6pPr marL="2286000" algn="l" defTabSz="914400" rtl="0" eaLnBrk="1" latinLnBrk="0" hangingPunct="1">
      <a:defRPr sz="1765" kern="1200">
        <a:solidFill>
          <a:schemeClr val="tx1"/>
        </a:solidFill>
        <a:latin typeface="+mn-lt"/>
        <a:ea typeface="+mn-ea"/>
        <a:cs typeface="+mn-cs"/>
      </a:defRPr>
    </a:lvl6pPr>
    <a:lvl7pPr marL="2743200" algn="l" defTabSz="914400" rtl="0" eaLnBrk="1" latinLnBrk="0" hangingPunct="1">
      <a:defRPr sz="1765" kern="1200">
        <a:solidFill>
          <a:schemeClr val="tx1"/>
        </a:solidFill>
        <a:latin typeface="+mn-lt"/>
        <a:ea typeface="+mn-ea"/>
        <a:cs typeface="+mn-cs"/>
      </a:defRPr>
    </a:lvl7pPr>
    <a:lvl8pPr marL="3200400" algn="l" defTabSz="914400" rtl="0" eaLnBrk="1" latinLnBrk="0" hangingPunct="1">
      <a:defRPr sz="1765" kern="1200">
        <a:solidFill>
          <a:schemeClr val="tx1"/>
        </a:solidFill>
        <a:latin typeface="+mn-lt"/>
        <a:ea typeface="+mn-ea"/>
        <a:cs typeface="+mn-cs"/>
      </a:defRPr>
    </a:lvl8pPr>
    <a:lvl9pPr marL="3657600" algn="l" defTabSz="914400" rtl="0" eaLnBrk="1" latinLnBrk="0" hangingPunct="1">
      <a:defRPr sz="1765"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cmAuthor id="4" name="Tracy Tran" initials="TT" lastIdx="9"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A6A6A6"/>
    <a:srgbClr val="262626"/>
    <a:srgbClr val="404040"/>
    <a:srgbClr val="595959"/>
    <a:srgbClr val="8D8C95"/>
    <a:srgbClr val="000000"/>
    <a:srgbClr val="131313"/>
    <a:srgbClr val="242428"/>
    <a:srgbClr val="1918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984"/>
        <p:guide pos="2159"/>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7"/>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704020202020204" pitchFamily="34" charset="0"/>
                <a:cs typeface="Arial" panose="020B0704020202020204" pitchFamily="34" charset="0"/>
              </a:defRPr>
            </a:lvl1pPr>
          </a:lstStyle>
          <a:p>
            <a:endParaRPr lang="en-US"/>
          </a:p>
        </p:txBody>
      </p:sp>
      <p:sp>
        <p:nvSpPr>
          <p:cNvPr id="11" name="Footer Placeholder 9"/>
          <p:cNvSpPr>
            <a:spLocks noGrp="1"/>
          </p:cNvSpPr>
          <p:nvPr>
            <p:ph type="ftr" sz="quarter" idx="2"/>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704020202020204" pitchFamily="34" charset="0"/>
                <a:cs typeface="Arial" panose="020B0704020202020204" pitchFamily="34" charset="0"/>
              </a:defRPr>
            </a:lvl1pPr>
          </a:lstStyle>
          <a:p>
            <a:pPr defTabSz="914400" eaLnBrk="0" hangingPunct="0"/>
            <a:r>
              <a:rPr lang="en-US">
                <a:ea typeface="Segoe UI" pitchFamily="34" charset="0"/>
              </a:rPr>
              <a:t>© Advanced Micro Devices, Inc. All rights reserved. Confidential – Not for distribution.</a:t>
            </a:r>
            <a:endParaRPr lang="en-US">
              <a:ea typeface="Segoe UI" pitchFamily="34" charset="0"/>
            </a:endParaRPr>
          </a:p>
        </p:txBody>
      </p:sp>
      <p:sp>
        <p:nvSpPr>
          <p:cNvPr id="12" name="Date Placeholder 10"/>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704020202020204" pitchFamily="34" charset="0"/>
                <a:cs typeface="Arial" panose="020B0704020202020204" pitchFamily="34" charset="0"/>
              </a:defRPr>
            </a:lvl1pPr>
          </a:lstStyle>
          <a:p>
            <a:fld id="{076B0810-FC62-EE4E-BF04-55F4B7654175}" type="datetime8">
              <a:rPr lang="en-US" smtClean="0"/>
            </a:fld>
            <a:endParaRPr lang="en-US"/>
          </a:p>
        </p:txBody>
      </p:sp>
      <p:sp>
        <p:nvSpPr>
          <p:cNvPr id="13" name="Slide Number Placeholder 12"/>
          <p:cNvSpPr>
            <a:spLocks noGrp="1"/>
          </p:cNvSpPr>
          <p:nvPr>
            <p:ph type="sldNum" sz="quarter" idx="3"/>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704020202020204" pitchFamily="34" charset="0"/>
                <a:cs typeface="Arial" panose="020B0704020202020204" pitchFamily="34" charset="0"/>
              </a:defRPr>
            </a:lvl1pPr>
          </a:lstStyle>
          <a:p>
            <a:fld id="{B4008EB6-D09E-4580-8CD6-DDB14511944F}" type="slidenum">
              <a:rPr lang="en-US" smtClean="0"/>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704020202020204" pitchFamily="34" charset="0"/>
                <a:cs typeface="Arial" panose="020B0704020202020204" pitchFamily="34" charset="0"/>
              </a:defRPr>
            </a:lvl1pPr>
          </a:lstStyle>
          <a:p>
            <a:endParaRPr lang="en-US"/>
          </a:p>
        </p:txBody>
      </p:sp>
      <p:sp>
        <p:nvSpPr>
          <p:cNvPr id="9" name="Slide Image Placeholder 8"/>
          <p:cNvSpPr>
            <a:spLocks noGrp="1" noRot="1" noChangeAspect="1"/>
          </p:cNvSpPr>
          <p:nvPr>
            <p:ph type="sldImg" idx="2"/>
          </p:nvPr>
        </p:nvSpPr>
        <p:spPr>
          <a:xfrm>
            <a:off x="658813" y="684213"/>
            <a:ext cx="5540375" cy="311785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704020202020204" pitchFamily="34" charset="0"/>
                <a:cs typeface="Arial" panose="020B0704020202020204" pitchFamily="34" charset="0"/>
              </a:defRPr>
            </a:lvl1pPr>
          </a:lstStyle>
          <a:p>
            <a:pPr defTabSz="914400" eaLnBrk="0" hangingPunct="0"/>
            <a:r>
              <a:rPr lang="en-US">
                <a:ea typeface="Segoe UI" pitchFamily="34" charset="0"/>
              </a:rPr>
              <a:t>© Advanced Micro Devices, Inc. All rights reserved. Confidential – Not for distribution.</a:t>
            </a:r>
            <a:endParaRPr lang="en-US">
              <a:ea typeface="Segoe UI" pitchFamily="34" charset="0"/>
            </a:endParaRPr>
          </a:p>
        </p:txBody>
      </p:sp>
      <p:sp>
        <p:nvSpPr>
          <p:cNvPr id="11" name="Date Placeholder 10"/>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704020202020204" pitchFamily="34" charset="0"/>
                <a:cs typeface="Arial" panose="020B0704020202020204" pitchFamily="34" charset="0"/>
              </a:defRPr>
            </a:lvl1pPr>
          </a:lstStyle>
          <a:p>
            <a:fld id="{076B0810-FC62-EE4E-BF04-55F4B7654175}" type="datetime8">
              <a:rPr lang="en-US" smtClean="0"/>
            </a:fld>
            <a:endParaRPr lang="en-US"/>
          </a:p>
        </p:txBody>
      </p:sp>
      <p:sp>
        <p:nvSpPr>
          <p:cNvPr id="12" name="Notes Placeholder 11"/>
          <p:cNvSpPr>
            <a:spLocks noGrp="1"/>
          </p:cNvSpPr>
          <p:nvPr>
            <p:ph type="body" sz="quarter" idx="3"/>
          </p:nvPr>
        </p:nvSpPr>
        <p:spPr>
          <a:xfrm>
            <a:off x="685800" y="4107052"/>
            <a:ext cx="5486400" cy="4351149"/>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3" name="Slide Number Placeholder 12"/>
          <p:cNvSpPr>
            <a:spLocks noGrp="1"/>
          </p:cNvSpPr>
          <p:nvPr>
            <p:ph type="sldNum" sz="quarter" idx="5"/>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704020202020204" pitchFamily="34" charset="0"/>
                <a:cs typeface="Arial" panose="020B0704020202020204" pitchFamily="34" charset="0"/>
              </a:defRPr>
            </a:lvl1pPr>
          </a:lstStyle>
          <a:p>
            <a:fld id="{B4008EB6-D09E-4580-8CD6-DDB14511944F}" type="slidenum">
              <a:rPr lang="en-US" smtClean="0"/>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lnSpc>
        <a:spcPct val="90000"/>
      </a:lnSpc>
      <a:spcAft>
        <a:spcPts val="335"/>
      </a:spcAft>
      <a:defRPr sz="1200" b="0" i="0" kern="1200">
        <a:solidFill>
          <a:schemeClr val="tx1"/>
        </a:solidFill>
        <a:latin typeface="Arial" panose="020B0704020202020204" pitchFamily="34" charset="0"/>
        <a:ea typeface="+mn-ea"/>
        <a:cs typeface="Arial" panose="020B0704020202020204" pitchFamily="34" charset="0"/>
      </a:defRPr>
    </a:lvl1pPr>
    <a:lvl2pPr marL="212725" indent="-106045" algn="l" defTabSz="914400" rtl="0" eaLnBrk="1" latinLnBrk="0" hangingPunct="1">
      <a:lnSpc>
        <a:spcPct val="90000"/>
      </a:lnSpc>
      <a:spcAft>
        <a:spcPts val="335"/>
      </a:spcAft>
      <a:buFont typeface="Arial" panose="020B0704020202020204" pitchFamily="34" charset="0"/>
      <a:buChar char="•"/>
      <a:defRPr sz="1100" b="0" i="0" kern="1200">
        <a:solidFill>
          <a:schemeClr val="tx1"/>
        </a:solidFill>
        <a:latin typeface="Arial" panose="020B0704020202020204" pitchFamily="34" charset="0"/>
        <a:ea typeface="+mn-ea"/>
        <a:cs typeface="Arial" panose="020B0704020202020204" pitchFamily="34" charset="0"/>
      </a:defRPr>
    </a:lvl2pPr>
    <a:lvl3pPr marL="328295" indent="-114935" algn="l" defTabSz="914400" rtl="0" eaLnBrk="1" latinLnBrk="0" hangingPunct="1">
      <a:lnSpc>
        <a:spcPct val="90000"/>
      </a:lnSpc>
      <a:spcAft>
        <a:spcPts val="335"/>
      </a:spcAft>
      <a:buFont typeface="Arial" panose="020B0704020202020204" pitchFamily="34" charset="0"/>
      <a:buChar char="•"/>
      <a:defRPr sz="1050" b="0" i="0" kern="1200">
        <a:solidFill>
          <a:schemeClr val="tx1"/>
        </a:solidFill>
        <a:latin typeface="Arial" panose="020B0704020202020204" pitchFamily="34" charset="0"/>
        <a:ea typeface="+mn-ea"/>
        <a:cs typeface="Arial" panose="020B0704020202020204" pitchFamily="34" charset="0"/>
      </a:defRPr>
    </a:lvl3pPr>
    <a:lvl4pPr marL="482600" indent="-146685" algn="l" defTabSz="914400" rtl="0" eaLnBrk="1" latinLnBrk="0" hangingPunct="1">
      <a:lnSpc>
        <a:spcPct val="90000"/>
      </a:lnSpc>
      <a:spcAft>
        <a:spcPts val="335"/>
      </a:spcAft>
      <a:buFont typeface="Arial" panose="020B0704020202020204" pitchFamily="34" charset="0"/>
      <a:buChar char="•"/>
      <a:defRPr sz="1050" b="0" i="0" kern="1200">
        <a:solidFill>
          <a:schemeClr val="tx1"/>
        </a:solidFill>
        <a:latin typeface="Arial" panose="020B0704020202020204" pitchFamily="34" charset="0"/>
        <a:ea typeface="+mn-ea"/>
        <a:cs typeface="Arial" panose="020B0704020202020204" pitchFamily="34" charset="0"/>
      </a:defRPr>
    </a:lvl4pPr>
    <a:lvl5pPr marL="615315" indent="-114935" algn="l" defTabSz="914400" rtl="0" eaLnBrk="1" latinLnBrk="0" hangingPunct="1">
      <a:lnSpc>
        <a:spcPct val="90000"/>
      </a:lnSpc>
      <a:spcAft>
        <a:spcPts val="335"/>
      </a:spcAft>
      <a:buFont typeface="Arial" panose="020B0704020202020204" pitchFamily="34" charset="0"/>
      <a:buChar char="•"/>
      <a:defRPr sz="1050" b="0" i="0" kern="1200">
        <a:solidFill>
          <a:schemeClr val="tx1"/>
        </a:solidFill>
        <a:latin typeface="Arial" panose="020B0704020202020204" pitchFamily="34" charset="0"/>
        <a:ea typeface="+mn-ea"/>
        <a:cs typeface="Arial" panose="020B0704020202020204" pitchFamily="34" charset="0"/>
      </a:defRPr>
    </a:lvl5pPr>
    <a:lvl6pPr marL="2286000" algn="l" defTabSz="914400" rtl="0" eaLnBrk="1" latinLnBrk="0" hangingPunct="1">
      <a:defRPr sz="1175" kern="1200">
        <a:solidFill>
          <a:schemeClr val="tx1"/>
        </a:solidFill>
        <a:latin typeface="+mn-lt"/>
        <a:ea typeface="+mn-ea"/>
        <a:cs typeface="+mn-cs"/>
      </a:defRPr>
    </a:lvl6pPr>
    <a:lvl7pPr marL="2743200" algn="l" defTabSz="914400" rtl="0" eaLnBrk="1" latinLnBrk="0" hangingPunct="1">
      <a:defRPr sz="1175" kern="1200">
        <a:solidFill>
          <a:schemeClr val="tx1"/>
        </a:solidFill>
        <a:latin typeface="+mn-lt"/>
        <a:ea typeface="+mn-ea"/>
        <a:cs typeface="+mn-cs"/>
      </a:defRPr>
    </a:lvl7pPr>
    <a:lvl8pPr marL="3200400" algn="l" defTabSz="914400" rtl="0" eaLnBrk="1" latinLnBrk="0" hangingPunct="1">
      <a:defRPr sz="1175" kern="1200">
        <a:solidFill>
          <a:schemeClr val="tx1"/>
        </a:solidFill>
        <a:latin typeface="+mn-lt"/>
        <a:ea typeface="+mn-ea"/>
        <a:cs typeface="+mn-cs"/>
      </a:defRPr>
    </a:lvl8pPr>
    <a:lvl9pPr marL="3657600" algn="l" defTabSz="914400" rtl="0" eaLnBrk="1" latinLnBrk="0" hangingPunct="1">
      <a:defRPr sz="1175"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image5.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image5.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image5.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image5.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image5.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41215"/>
            <a:ext cx="6244333" cy="1941576"/>
          </a:xfrm>
          <a:noFill/>
        </p:spPr>
        <p:txBody>
          <a:bodyPr wrap="square" lIns="0" tIns="0" rIns="0" bIns="0" anchor="ctr" anchorCtr="0">
            <a:noAutofit/>
          </a:bodyPr>
          <a:lstStyle>
            <a:lvl1pPr>
              <a:defRPr sz="4000" spc="-50" baseline="0">
                <a:solidFill>
                  <a:schemeClr val="tx1"/>
                </a:solidFill>
                <a:latin typeface="+mj-lt"/>
                <a:cs typeface="Segoe UI" pitchFamily="34" charset="0"/>
              </a:defRPr>
            </a:lvl1pPr>
          </a:lstStyle>
          <a:p>
            <a:r>
              <a:rPr lang="en-US"/>
              <a:t>Event Name or Presentation Title</a:t>
            </a:r>
            <a:endParaRPr lang="en-US"/>
          </a:p>
        </p:txBody>
      </p:sp>
      <p:sp>
        <p:nvSpPr>
          <p:cNvPr id="12" name="Text Placeholder 4"/>
          <p:cNvSpPr>
            <a:spLocks noGrp="1"/>
          </p:cNvSpPr>
          <p:nvPr>
            <p:ph type="body" sz="quarter" idx="13"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itchFamily="34" charset="0"/>
              </a:defRPr>
            </a:lvl1pPr>
          </a:lstStyle>
          <a:p>
            <a:pPr lvl="0"/>
            <a:r>
              <a:rPr lang="en-US"/>
              <a:t>Speaker name or subtitle text</a:t>
            </a:r>
            <a:endParaRPr lang="en-US"/>
          </a:p>
        </p:txBody>
      </p:sp>
      <p:pic>
        <p:nvPicPr>
          <p:cNvPr id="13" name="Picture 12" descr="A picture containing text, clipart&#10;&#10;Description automatically generated"/>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contrast="100000"/>
                    </a14:imgEffect>
                  </a14:imgLayer>
                </a14:imgProps>
              </a:ext>
            </a:extLst>
          </a:blip>
          <a:stretch>
            <a:fillRect/>
          </a:stretch>
        </p:blipFill>
        <p:spPr>
          <a:xfrm>
            <a:off x="9386888" y="5771788"/>
            <a:ext cx="2359024" cy="6718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itchFamily="34" charset="0"/>
              </a:defRPr>
            </a:lvl1pPr>
          </a:lstStyle>
          <a:p>
            <a:r>
              <a:rPr lang="en-US"/>
              <a:t>Event name or presentation title </a:t>
            </a:r>
            <a:endParaRPr lang="en-US"/>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itchFamily="34" charset="0"/>
              </a:defRPr>
            </a:lvl1pPr>
          </a:lstStyle>
          <a:p>
            <a:pPr lvl="0"/>
            <a:r>
              <a:rPr lang="en-US"/>
              <a:t>Speaker name or subtitle text</a:t>
            </a:r>
            <a:endParaRPr lang="en-US"/>
          </a:p>
        </p:txBody>
      </p:sp>
      <p:pic>
        <p:nvPicPr>
          <p:cNvPr id="7" name="Picture 6"/>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Lockup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pic>
        <p:nvPicPr>
          <p:cNvPr id="7" name="Picture 6"/>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endParaRPr lang="en-US"/>
          </a:p>
        </p:txBody>
      </p:sp>
      <p:sp>
        <p:nvSpPr>
          <p:cNvPr id="4" name="Content Placeholder 3"/>
          <p:cNvSpPr>
            <a:spLocks noGrp="1"/>
          </p:cNvSpPr>
          <p:nvPr>
            <p:ph sz="quarter" idx="10"/>
          </p:nvPr>
        </p:nvSpPr>
        <p:spPr>
          <a:xfrm>
            <a:off x="584200" y="1432111"/>
            <a:ext cx="11018838" cy="4836927"/>
          </a:xfrm>
        </p:spPr>
        <p:txBody>
          <a:bodyPr/>
          <a:lstStyle>
            <a:lvl1pPr marL="228600" indent="-228600">
              <a:buSzPct val="90000"/>
              <a:buFont typeface="Arial" panose="020B0704020202020204" pitchFamily="34" charset="0"/>
              <a:buChar char="•"/>
              <a:defRPr/>
            </a:lvl1pPr>
            <a:lvl2pPr marL="457200" indent="-228600">
              <a:buSzPct val="90000"/>
              <a:buFont typeface="Arial" panose="020B0704020202020204" pitchFamily="34" charset="0"/>
              <a:buChar char="•"/>
              <a:defRPr/>
            </a:lvl2pPr>
            <a:lvl3pPr marL="657225" indent="-200025">
              <a:buSzPct val="90000"/>
              <a:buFont typeface="Arial" panose="020B0704020202020204" pitchFamily="34" charset="0"/>
              <a:buChar char="•"/>
              <a:defRPr/>
            </a:lvl3pPr>
            <a:lvl4pPr marL="843280" indent="-180975">
              <a:buSzPct val="90000"/>
              <a:buFont typeface="Arial" panose="020B0704020202020204" pitchFamily="34" charset="0"/>
              <a:buChar char="•"/>
              <a:defRPr/>
            </a:lvl4pPr>
            <a:lvl5pPr marL="1024255" indent="-168275">
              <a:buSzPct val="90000"/>
              <a:buFont typeface="Arial" panose="020B0704020202020204" pitchFamily="34" charset="0"/>
              <a:buChar cha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p:cNvSpPr>
            <a:spLocks noGrp="1"/>
          </p:cNvSpPr>
          <p:nvPr>
            <p:ph type="title"/>
          </p:nvPr>
        </p:nvSpPr>
        <p:spPr/>
        <p:txBody>
          <a:bodyPr anchor="t"/>
          <a:lstStyle/>
          <a:p>
            <a:r>
              <a:rPr lang="en-US"/>
              <a:t>Click to edit Master title style</a:t>
            </a:r>
            <a:endParaRPr lang="en-US"/>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endParaRPr lang="en-US"/>
          </a:p>
        </p:txBody>
      </p:sp>
      <p:sp>
        <p:nvSpPr>
          <p:cNvPr id="5" name="Content Placeholder 4"/>
          <p:cNvSpPr>
            <a:spLocks noGrp="1"/>
          </p:cNvSpPr>
          <p:nvPr>
            <p:ph sz="quarter" idx="12"/>
          </p:nvPr>
        </p:nvSpPr>
        <p:spPr>
          <a:xfrm>
            <a:off x="584200" y="1435100"/>
            <a:ext cx="5211763" cy="4831110"/>
          </a:xfrm>
        </p:spPr>
        <p:txBody>
          <a:bodyPr/>
          <a:lstStyle>
            <a:lvl1pPr marL="228600" indent="-228600">
              <a:buSzPct val="90000"/>
              <a:buFont typeface="Arial" panose="020B0704020202020204" pitchFamily="34" charset="0"/>
              <a:buChar char="•"/>
              <a:defRPr/>
            </a:lvl1pPr>
            <a:lvl2pPr marL="457200" indent="-228600">
              <a:buSzPct val="90000"/>
              <a:buFont typeface="Arial" panose="020B0704020202020204" pitchFamily="34" charset="0"/>
              <a:buChar char="•"/>
              <a:defRPr/>
            </a:lvl2pPr>
            <a:lvl3pPr marL="657225" indent="-200025">
              <a:buSzPct val="90000"/>
              <a:buFont typeface="Arial" panose="020B0704020202020204" pitchFamily="34" charset="0"/>
              <a:buChar char="•"/>
              <a:defRPr/>
            </a:lvl3pPr>
            <a:lvl4pPr marL="843280" indent="-180975">
              <a:buSzPct val="90000"/>
              <a:buFont typeface="Arial" panose="020B0704020202020204" pitchFamily="34" charset="0"/>
              <a:buChar char="•"/>
              <a:defRPr/>
            </a:lvl4pPr>
            <a:lvl5pPr marL="1024255" indent="-168275">
              <a:buSzPct val="90000"/>
              <a:buFont typeface="Arial" panose="020B0704020202020204" pitchFamily="34" charset="0"/>
              <a:buChar cha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Content Placeholder 8"/>
          <p:cNvSpPr>
            <a:spLocks noGrp="1"/>
          </p:cNvSpPr>
          <p:nvPr>
            <p:ph sz="quarter" idx="13"/>
          </p:nvPr>
        </p:nvSpPr>
        <p:spPr>
          <a:xfrm>
            <a:off x="6389688" y="1435100"/>
            <a:ext cx="5219700" cy="4831110"/>
          </a:xfrm>
        </p:spPr>
        <p:txBody>
          <a:bodyPr/>
          <a:lstStyle>
            <a:lvl1pPr marL="228600" indent="-228600">
              <a:buSzPct val="90000"/>
              <a:buFont typeface="Arial" panose="020B0704020202020204" pitchFamily="34" charset="0"/>
              <a:buChar char="•"/>
              <a:defRPr/>
            </a:lvl1pPr>
            <a:lvl2pPr marL="457200" indent="-228600">
              <a:buSzPct val="90000"/>
              <a:buFont typeface="Arial" panose="020B0704020202020204" pitchFamily="34" charset="0"/>
              <a:buChar char="•"/>
              <a:defRPr/>
            </a:lvl2pPr>
            <a:lvl3pPr marL="657225" indent="-200025">
              <a:buSzPct val="90000"/>
              <a:buFont typeface="Arial" panose="020B0704020202020204" pitchFamily="34" charset="0"/>
              <a:buChar char="•"/>
              <a:defRPr/>
            </a:lvl3pPr>
            <a:lvl4pPr marL="843280" indent="-180975">
              <a:buSzPct val="90000"/>
              <a:buFont typeface="Arial" panose="020B0704020202020204" pitchFamily="34" charset="0"/>
              <a:buChar char="•"/>
              <a:defRPr/>
            </a:lvl4pPr>
            <a:lvl5pPr marL="1024255" indent="-168275">
              <a:buSzPct val="90000"/>
              <a:buFont typeface="Arial" panose="020B0704020202020204" pitchFamily="34" charset="0"/>
              <a:buChar cha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p:cNvSpPr>
            <a:spLocks noGrp="1"/>
          </p:cNvSpPr>
          <p:nvPr>
            <p:ph type="title"/>
          </p:nvPr>
        </p:nvSpPr>
        <p:spPr>
          <a:xfrm>
            <a:off x="588263" y="591790"/>
            <a:ext cx="11018520" cy="430887"/>
          </a:xfrm>
        </p:spPr>
        <p:txBody>
          <a:bodyPr anchor="t"/>
          <a:lstStyle/>
          <a:p>
            <a:r>
              <a:rPr lang="en-US"/>
              <a:t>Click to edit Master title style</a:t>
            </a:r>
            <a:endParaRPr lang="en-US"/>
          </a:p>
        </p:txBody>
      </p:sp>
      <p:sp>
        <p:nvSpPr>
          <p:cNvPr id="5" name="Text Placeholder 3"/>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Text Placeholder 3"/>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Small title - half page">
    <p:spTree>
      <p:nvGrpSpPr>
        <p:cNvPr id="1" name=""/>
        <p:cNvGrpSpPr/>
        <p:nvPr/>
      </p:nvGrpSpPr>
      <p:grpSpPr>
        <a:xfrm>
          <a:off x="0" y="0"/>
          <a:ext cx="0" cy="0"/>
          <a:chOff x="0" y="0"/>
          <a:chExt cx="0" cy="0"/>
        </a:xfrm>
      </p:grpSpPr>
      <p:sp>
        <p:nvSpPr>
          <p:cNvPr id="3" name="Title 1"/>
          <p:cNvSpPr>
            <a:spLocks noGrp="1"/>
          </p:cNvSpPr>
          <p:nvPr>
            <p:ph type="title"/>
          </p:nvPr>
        </p:nvSpPr>
        <p:spPr>
          <a:xfrm>
            <a:off x="588263" y="3182778"/>
            <a:ext cx="11018520" cy="492443"/>
          </a:xfrm>
        </p:spPr>
        <p:txBody>
          <a:bodyPr/>
          <a:lstStyle>
            <a:lvl1pPr algn="ctr">
              <a:defRPr sz="3200"/>
            </a:lvl1pPr>
          </a:lstStyle>
          <a:p>
            <a:r>
              <a:rPr lang="en-US"/>
              <a:t>Click to edit Master title style</a:t>
            </a:r>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Picture Placeholder" descr="This photo is a 'placeholder' only. Drag or drop your photo here, or click and tap the center to insert a photo."/>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4" name="Picture Placeholder" descr="This photo is a 'placeholder' only. Drag or drop your photo here, or click and tap the center to insert a photo."/>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5" name="Picture Placeholder" descr="This photo is a 'placeholder' only. Drag or drop your photo here, or click and tap the center to insert a photo."/>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6" name="Picture Placeholder" descr="This photo is a 'placeholder' only. Drag or drop your photo here, or click and tap the center to insert a photo."/>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7" name="Picture Placeholder" descr="This photo is a 'placeholder' only. Drag or drop your photo here, or click and tap the center to insert a photo."/>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8" name="Picture Placeholder" descr="This photo is a 'placeholder' only. Drag or drop your photo here, or click and tap the center to insert a photo."/>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9" name="Picture Placeholder" descr="This photo is a 'placeholder' only. Drag or drop your photo here, or click and tap the center to insert a photo."/>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10" name="Picture Placeholder" descr="This photo is a 'placeholder' only. Drag or drop your photo here, or click and tap the center to insert a photo."/>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11" name="Picture Placeholder" descr="This photo is a 'placeholder' only. Drag or drop your photo here, or click and tap the center to insert a photo."/>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12" name="Picture Placeholder" descr="This photo is a 'placeholder' only. Drag or drop your photo here, or click and tap the center to insert a photo."/>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13" name="Picture Placeholder" descr="This photo is a 'placeholder' only. Drag or drop your photo here, or click and tap the center to insert a photo."/>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14" name="Picture Placeholder" descr="This photo is a 'placeholder' only. Drag or drop your photo here, or click and tap the center to insert a photo."/>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15" name="Picture Placeholder" descr="This photo is a 'placeholder' only. Drag or drop your photo here, or click and tap the center to insert a photo."/>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16" name="Picture Placeholder" descr="This photo is a 'placeholder' only. Drag or drop your photo here, or click and tap the center to insert a photo."/>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17" name="Picture Placeholder" descr="This photo is a 'placeholder' only. Drag or drop your photo here, or click and tap the center to insert a photo."/>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18" name="Picture Placeholder" descr="This photo is a 'placeholder' only. Drag or drop your photo here, or click and tap the center to insert a photo."/>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19" name="Picture Placeholder" descr="This photo is a 'placeholder' only. Drag or drop your photo here, or click and tap the center to insert a photo."/>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20" name="Picture Placeholder" descr="This photo is a 'placeholder' only. Drag or drop your photo here, or click and tap the center to insert a photo."/>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21" name="Picture Placeholder" descr="This photo is a 'placeholder' only. Drag or drop your photo here, or click and tap the center to insert a photo."/>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22" name="Picture Placeholder" descr="This photo is a 'placeholder' only. Drag or drop your photo here, or click and tap the center to insert a photo."/>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23" name="Picture Placeholder" descr="This photo is a 'placeholder' only. Drag or drop your photo here, or click and tap the center to insert a photo."/>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24" name="Picture Placeholder" descr="This photo is a 'placeholder' only. Drag or drop your photo here, or click and tap the center to insert a photo."/>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47" name="Picture Placeholder" descr="This photo is a 'placeholder' only. Drag or drop your photo here, or click and tap the center to insert a photo."/>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48" name="Picture Placeholder" descr="This photo is a 'placeholder' only. Drag or drop your photo here, or click and tap the center to insert a photo."/>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49" name="Picture Placeholder" descr="This photo is a 'placeholder' only. Drag or drop your photo here, or click and tap the center to insert a photo."/>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50" name="Picture Placeholder" descr="This photo is a 'placeholder' only. Drag or drop your photo here, or click and tap the center to insert a photo."/>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51" name="Picture Placeholder" descr="This photo is a 'placeholder' only. Drag or drop your photo here, or click and tap the center to insert a photo."/>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52" name="Picture Placeholder" descr="This photo is a 'placeholder' only. Drag or drop your photo here, or click and tap the center to insert a photo."/>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53" name="Picture Placeholder" descr="This photo is a 'placeholder' only. Drag or drop your photo here, or click and tap the center to insert a photo."/>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54" name="Picture Placeholder" descr="This photo is a 'placeholder' only. Drag or drop your photo here, or click and tap the center to insert a photo."/>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55" name="Picture Placeholder" descr="This photo is a 'placeholder' only. Drag or drop your photo here, or click and tap the center to insert a photo."/>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56" name="Picture Placeholder" descr="This photo is a 'placeholder' only. Drag or drop your photo here, or click and tap the center to insert a photo."/>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57" name="Picture Placeholder" descr="This photo is a 'placeholder' only. Drag or drop your photo here, or click and tap the center to insert a photo."/>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58" name="Picture Placeholder" descr="This photo is a 'placeholder' only. Drag or drop your photo here, or click and tap the center to insert a photo."/>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59" name="Picture Placeholder" descr="This photo is a 'placeholder' only. Drag or drop your photo here, or click and tap the center to insert a photo."/>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60" name="Picture Placeholder" descr="This photo is a 'placeholder' only. Drag or drop your photo here, or click and tap the center to insert a photo."/>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61" name="Picture Placeholder" descr="This photo is a 'placeholder' only. Drag or drop your photo here, or click and tap the center to insert a photo."/>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62" name="Picture Placeholder" descr="This photo is a 'placeholder' only. Drag or drop your photo here, or click and tap the center to insert a photo."/>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63" name="Picture Placeholder" descr="This photo is a 'placeholder' only. Drag or drop your photo here, or click and tap the center to insert a photo."/>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64" name="Picture Placeholder" descr="This photo is a 'placeholder' only. Drag or drop your photo here, or click and tap the center to insert a photo."/>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65" name="Picture Placeholder" descr="This photo is a 'placeholder' only. Drag or drop your photo here, or click and tap the center to insert a photo."/>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66" name="Picture Placeholder" descr="This photo is a 'placeholder' only. Drag or drop your photo here, or click and tap the center to insert a photo."/>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67" name="Picture Placeholder" descr="This photo is a 'placeholder' only. Drag or drop your photo here, or click and tap the center to insert a photo."/>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68" name="Picture Placeholder" descr="This photo is a 'placeholder' only. Drag or drop your photo here, or click and tap the center to insert a photo."/>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69" name="Picture Placeholder" descr="This photo is a 'placeholder' only. Drag or drop your photo here, or click and tap the center to insert a photo."/>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70" name="Picture Placeholder" descr="This photo is a 'placeholder' only. Drag or drop your photo here, or click and tap the center to insert a photo."/>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71" name="Picture Placeholder" descr="This photo is a 'placeholder' only. Drag or drop your photo here, or click and tap the center to insert a photo."/>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72" name="Picture Placeholder" descr="This photo is a 'placeholder' only. Drag or drop your photo here, or click and tap the center to insert a photo."/>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73" name="Picture Placeholder" descr="This photo is a 'placeholder' only. Drag or drop your photo here, or click and tap the center to insert a photo."/>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74" name="Picture Placeholder" descr="This photo is a 'placeholder' only. Drag or drop your photo here, or click and tap the center to insert a photo."/>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75" name="Picture Placeholder" descr="This photo is a 'placeholder' only. Drag or drop your photo here, or click and tap the center to insert a photo."/>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76" name="Picture Placeholder" descr="This photo is a 'placeholder' only. Drag or drop your photo here, or click and tap the center to insert a photo."/>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77" name="Picture Placeholder" descr="This photo is a 'placeholder' only. Drag or drop your photo here, or click and tap the center to insert a photo."/>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78" name="Picture Placeholder" descr="This photo is a 'placeholder' only. Drag or drop your photo here, or click and tap the center to insert a photo."/>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
        <p:nvSpPr>
          <p:cNvPr id="79" name="Picture Placeholder" descr="This photo is a 'placeholder' only. Drag or drop your photo here, or click and tap the center to insert a photo."/>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itchFamily="34" charset="0"/>
              </a:defRPr>
            </a:lvl1pPr>
          </a:lstStyle>
          <a:p>
            <a:r>
              <a:rPr lang="en-US"/>
              <a:t>Drop Image</a:t>
            </a:r>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sp>
        <p:nvSpPr>
          <p:cNvPr id="3" name="Title 2"/>
          <p:cNvSpPr>
            <a:spLocks noGrp="1"/>
          </p:cNvSpPr>
          <p:nvPr>
            <p:ph type="title"/>
          </p:nvPr>
        </p:nvSpPr>
        <p:spPr>
          <a:xfrm>
            <a:off x="588263" y="2262425"/>
            <a:ext cx="4158362" cy="861774"/>
          </a:xfrm>
        </p:spPr>
        <p:txBody>
          <a:bodyPr anchor="b"/>
          <a:lstStyle>
            <a:lvl1pPr>
              <a:defRPr/>
            </a:lvl1pPr>
          </a:lstStyle>
          <a:p>
            <a:r>
              <a:rPr lang="en-US"/>
              <a:t>Click to edit Master title style</a:t>
            </a:r>
            <a:endParaRPr lang="en-US"/>
          </a:p>
        </p:txBody>
      </p:sp>
      <p:sp>
        <p:nvSpPr>
          <p:cNvPr id="4" name="Text Placeholder 3"/>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2305" indent="0">
              <a:buNone/>
              <a:defRPr/>
            </a:lvl4pPr>
            <a:lvl5pPr marL="855980" indent="0">
              <a:buNone/>
              <a:defRPr/>
            </a:lvl5pPr>
          </a:lstStyle>
          <a:p>
            <a:pPr lvl="0"/>
            <a:r>
              <a:rPr lang="en-US"/>
              <a:t>Click to edit Master text styles</a:t>
            </a:r>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p:cNvSpPr>
            <a:spLocks noGrp="1"/>
          </p:cNvSpPr>
          <p:nvPr>
            <p:ph type="title"/>
          </p:nvPr>
        </p:nvSpPr>
        <p:spPr>
          <a:xfrm>
            <a:off x="5638800" y="1028700"/>
            <a:ext cx="6259511" cy="914400"/>
          </a:xfrm>
        </p:spPr>
        <p:txBody>
          <a:bodyPr anchor="b">
            <a:normAutofit/>
          </a:bodyPr>
          <a:lstStyle>
            <a:lvl1pPr>
              <a:defRPr sz="2400"/>
            </a:lvl1pPr>
          </a:lstStyle>
          <a:p>
            <a:r>
              <a:rPr lang="en-US"/>
              <a:t>Click to edit Master title style</a:t>
            </a:r>
            <a:endParaRPr lang="en-US"/>
          </a:p>
        </p:txBody>
      </p:sp>
      <p:sp>
        <p:nvSpPr>
          <p:cNvPr id="6" name="Content Placeholder 4"/>
          <p:cNvSpPr>
            <a:spLocks noGrp="1"/>
          </p:cNvSpPr>
          <p:nvPr>
            <p:ph sz="quarter" idx="12"/>
          </p:nvPr>
        </p:nvSpPr>
        <p:spPr>
          <a:xfrm>
            <a:off x="5638801" y="2299447"/>
            <a:ext cx="6259511" cy="349119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Picture Placeholder" descr="This photo is a 'placeholder' only. Drag or drop your photo here, or click and tap the center to insert a photo."/>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Top Horizontal Photo and Title">
    <p:spTree>
      <p:nvGrpSpPr>
        <p:cNvPr id="1" name=""/>
        <p:cNvGrpSpPr/>
        <p:nvPr/>
      </p:nvGrpSpPr>
      <p:grpSpPr>
        <a:xfrm>
          <a:off x="0" y="0"/>
          <a:ext cx="0" cy="0"/>
          <a:chOff x="0" y="0"/>
          <a:chExt cx="0" cy="0"/>
        </a:xfrm>
      </p:grpSpPr>
      <p:sp>
        <p:nvSpPr>
          <p:cNvPr id="2" name="Title 1"/>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a:p>
        </p:txBody>
      </p:sp>
      <p:sp>
        <p:nvSpPr>
          <p:cNvPr id="4" name="Picture Placeholder" descr="This photo is a 'placeholder' only. Drag or drop your photo here, or click and tap the center to insert a photo."/>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Top Horizontal Photo, Lockup and Title">
    <p:spTree>
      <p:nvGrpSpPr>
        <p:cNvPr id="1" name=""/>
        <p:cNvGrpSpPr/>
        <p:nvPr/>
      </p:nvGrpSpPr>
      <p:grpSpPr>
        <a:xfrm>
          <a:off x="0" y="0"/>
          <a:ext cx="0" cy="0"/>
          <a:chOff x="0" y="0"/>
          <a:chExt cx="0" cy="0"/>
        </a:xfrm>
      </p:grpSpPr>
      <p:sp>
        <p:nvSpPr>
          <p:cNvPr id="2" name="Title 1"/>
          <p:cNvSpPr>
            <a:spLocks noGrp="1"/>
          </p:cNvSpPr>
          <p:nvPr>
            <p:ph type="title"/>
          </p:nvPr>
        </p:nvSpPr>
        <p:spPr>
          <a:xfrm>
            <a:off x="3821381" y="5157216"/>
            <a:ext cx="7785402" cy="1111822"/>
          </a:xfrm>
        </p:spPr>
        <p:txBody>
          <a:bodyPr anchor="ctr"/>
          <a:lstStyle>
            <a:lvl1pPr algn="ctr">
              <a:defRPr/>
            </a:lvl1pPr>
          </a:lstStyle>
          <a:p>
            <a:r>
              <a:rPr lang="en-US"/>
              <a:t>Click to edit Master title style</a:t>
            </a:r>
            <a:endParaRPr lang="en-US"/>
          </a:p>
        </p:txBody>
      </p:sp>
      <p:sp>
        <p:nvSpPr>
          <p:cNvPr id="4" name="Picture Placeholder" descr="This photo is a 'placeholder' only. Drag or drop your photo here, or click and tap the center to insert a photo."/>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endParaRPr lang="en-US"/>
          </a:p>
        </p:txBody>
      </p:sp>
      <p:pic>
        <p:nvPicPr>
          <p:cNvPr id="7" name="Picture 6"/>
          <p:cNvPicPr>
            <a:picLocks noChangeAspect="1"/>
          </p:cNvPicPr>
          <p:nvPr userDrawn="1"/>
        </p:nvPicPr>
        <p:blipFill>
          <a:blip r:embed="rId2"/>
          <a:stretch>
            <a:fillRect/>
          </a:stretch>
        </p:blipFill>
        <p:spPr>
          <a:xfrm>
            <a:off x="585217" y="5449153"/>
            <a:ext cx="2176078" cy="518616"/>
          </a:xfrm>
          <a:prstGeom prst="rect">
            <a:avLst/>
          </a:prstGeom>
        </p:spPr>
      </p:pic>
      <p:cxnSp>
        <p:nvCxnSpPr>
          <p:cNvPr id="8" name="Straight Connector 7"/>
          <p:cNvCxnSpPr/>
          <p:nvPr userDrawn="1"/>
        </p:nvCxnSpPr>
        <p:spPr>
          <a:xfrm>
            <a:off x="3418764" y="5137316"/>
            <a:ext cx="0" cy="1160060"/>
          </a:xfrm>
          <a:prstGeom prst="line">
            <a:avLst/>
          </a:prstGeom>
          <a:ln w="63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a:p>
        </p:txBody>
      </p:sp>
      <p:sp>
        <p:nvSpPr>
          <p:cNvPr id="4" name="Picture Placeholder" descr="This photo is a 'placeholder' only. Drag or drop your photo here, or click and tap the center to insert a photo."/>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endParaRPr lang="en-US"/>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endParaRPr lang="en-US"/>
          </a:p>
        </p:txBody>
      </p:sp>
      <p:sp>
        <p:nvSpPr>
          <p:cNvPr id="9" name="Picture Placeholder" descr="This photo is a 'placeholder' only. Drag or drop your photo here, or click and tap the center to insert a photo."/>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endParaRPr lang="en-US"/>
          </a:p>
        </p:txBody>
      </p:sp>
      <p:sp>
        <p:nvSpPr>
          <p:cNvPr id="13" name="Text Placeholder 3"/>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endParaRPr lang="en-US"/>
          </a:p>
        </p:txBody>
      </p:sp>
      <p:sp>
        <p:nvSpPr>
          <p:cNvPr id="11" name="Picture Placeholder" descr="This photo is a 'placeholder' only. Drag or drop your photo here, or click and tap the center to insert a photo."/>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a:t>Drag and drop your photo here</a:t>
            </a:r>
            <a:br>
              <a:rPr lang="en-US"/>
            </a:br>
            <a:r>
              <a:rPr lang="en-US"/>
              <a:t>or click or tap icon below</a:t>
            </a:r>
            <a:br>
              <a:rPr lang="en-US"/>
            </a:br>
            <a:r>
              <a:rPr lang="en-US"/>
              <a:t>to insert</a:t>
            </a:r>
            <a:endParaRPr lang="en-US"/>
          </a:p>
        </p:txBody>
      </p:sp>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endParaRPr lang="en-US"/>
          </a:p>
        </p:txBody>
      </p:sp>
      <p:sp>
        <p:nvSpPr>
          <p:cNvPr id="9" name="Picture Placeholder" descr="This photo is a 'placeholder' only. Drag or drop your photo here, or click and tap the center to insert a photo."/>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sp>
        <p:nvSpPr>
          <p:cNvPr id="12" name="Text Placeholder 3"/>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endParaRPr lang="en-US"/>
          </a:p>
        </p:txBody>
      </p:sp>
      <p:sp>
        <p:nvSpPr>
          <p:cNvPr id="10" name="Picture Placeholder" descr="This photo is a 'placeholder' only. Drag or drop your photo here, or click and tap the center to insert a photo."/>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sp>
        <p:nvSpPr>
          <p:cNvPr id="13" name="Text Placeholder 3"/>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endParaRPr lang="en-US"/>
          </a:p>
        </p:txBody>
      </p:sp>
      <p:sp>
        <p:nvSpPr>
          <p:cNvPr id="11" name="Picture Placeholder" descr="This photo is a 'placeholder' only. Drag or drop your photo here, or click and tap the center to insert a photo."/>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7" name="Text Placeholder 6"/>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endParaRPr lang="en-GB"/>
          </a:p>
        </p:txBody>
      </p:sp>
      <p:sp>
        <p:nvSpPr>
          <p:cNvPr id="17" name="Content Placeholder 16"/>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18" name="Text Placeholder 4"/>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19" name="Text Placeholder 6"/>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endParaRPr lang="en-GB"/>
          </a:p>
        </p:txBody>
      </p:sp>
      <p:sp>
        <p:nvSpPr>
          <p:cNvPr id="20" name="Content Placeholder 16"/>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21" name="Text Placeholder 4"/>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22" name="Text Placeholder 6"/>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endParaRPr lang="en-GB"/>
          </a:p>
        </p:txBody>
      </p:sp>
      <p:sp>
        <p:nvSpPr>
          <p:cNvPr id="23" name="Content Placeholder 16"/>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704020202020204" pitchFamily="34" charset="0"/>
              <a:ea typeface="+mn-ea"/>
              <a:cs typeface="Arial" panose="020B0704020202020204" pitchFamily="34" charset="0"/>
            </a:endParaRPr>
          </a:p>
        </p:txBody>
      </p:sp>
      <p:sp>
        <p:nvSpPr>
          <p:cNvPr id="35" name="Text Placeholder 3"/>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solidFill>
                  <a:schemeClr val="bg1"/>
                </a:solidFill>
              </a:defRPr>
            </a:lvl1pPr>
            <a:lvl2pPr marL="0" indent="0" algn="ctr">
              <a:buNone/>
              <a:defRPr sz="1800" b="1">
                <a:solidFill>
                  <a:schemeClr val="bg1"/>
                </a:solidFill>
              </a:defRPr>
            </a:lvl2pPr>
            <a:lvl3pPr marL="0" indent="0" algn="ctr">
              <a:buNone/>
              <a:defRPr sz="1800" b="1">
                <a:solidFill>
                  <a:schemeClr val="bg1"/>
                </a:solidFill>
              </a:defRPr>
            </a:lvl3pPr>
            <a:lvl4pPr marL="0" indent="0" algn="ctr">
              <a:buNone/>
              <a:defRPr sz="1800" b="1">
                <a:solidFill>
                  <a:schemeClr val="bg1"/>
                </a:solidFill>
              </a:defRPr>
            </a:lvl4pPr>
            <a:lvl5pPr marL="0" indent="0" algn="ctr">
              <a:buNone/>
              <a:defRPr sz="1800" b="1">
                <a:solidFill>
                  <a:schemeClr val="bg1"/>
                </a:solidFill>
              </a:defRPr>
            </a:lvl5pPr>
          </a:lstStyle>
          <a:p>
            <a:pPr lvl="0"/>
            <a:r>
              <a:rPr lang="en-US"/>
              <a:t>Click to add heading</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7" name="Text Placeholder 6"/>
          <p:cNvSpPr>
            <a:spLocks noGrp="1"/>
          </p:cNvSpPr>
          <p:nvPr>
            <p:ph type="body" sz="quarter" idx="16"/>
          </p:nvPr>
        </p:nvSpPr>
        <p:spPr>
          <a:xfrm>
            <a:off x="816555" y="3898077"/>
            <a:ext cx="3017520" cy="1598666"/>
          </a:xfrm>
        </p:spPr>
        <p:txBody>
          <a:bodyPr>
            <a:noAutofit/>
          </a:bodyPr>
          <a:lstStyle>
            <a:lvl1pPr>
              <a:defRPr sz="1400">
                <a:solidFill>
                  <a:schemeClr val="bg1"/>
                </a:solidFill>
              </a:defRPr>
            </a:lvl1pPr>
            <a:lvl2pPr>
              <a:defRPr sz="12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22" name="Rectangle 21"/>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marL="0" marR="0" lvl="0" indent="0" algn="l" defTabSz="93218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7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sp>
        <p:nvSpPr>
          <p:cNvPr id="23" name="Rectangle 22"/>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704020202020204" pitchFamily="34" charset="0"/>
              <a:ea typeface="+mn-ea"/>
              <a:cs typeface="Arial" panose="020B0704020202020204" pitchFamily="34" charset="0"/>
            </a:endParaRPr>
          </a:p>
        </p:txBody>
      </p:sp>
      <p:sp>
        <p:nvSpPr>
          <p:cNvPr id="26" name="Text Placeholder 6"/>
          <p:cNvSpPr>
            <a:spLocks noGrp="1"/>
          </p:cNvSpPr>
          <p:nvPr>
            <p:ph type="body" sz="quarter" idx="17"/>
          </p:nvPr>
        </p:nvSpPr>
        <p:spPr>
          <a:xfrm>
            <a:off x="4587239" y="3898077"/>
            <a:ext cx="3017520" cy="1598666"/>
          </a:xfrm>
        </p:spPr>
        <p:txBody>
          <a:bodyPr>
            <a:noAutofit/>
          </a:bodyPr>
          <a:lstStyle>
            <a:lvl1pPr>
              <a:defRPr sz="1400">
                <a:solidFill>
                  <a:schemeClr val="bg1"/>
                </a:solidFill>
              </a:defRPr>
            </a:lvl1pPr>
            <a:lvl2pPr>
              <a:defRPr sz="12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27" name="Rectangle 26"/>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marL="0" marR="0" lvl="0" indent="0" algn="l" defTabSz="93218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7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sp>
        <p:nvSpPr>
          <p:cNvPr id="29" name="Rectangle 28"/>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704020202020204" pitchFamily="34" charset="0"/>
              <a:ea typeface="+mn-ea"/>
              <a:cs typeface="Arial" panose="020B0704020202020204" pitchFamily="34" charset="0"/>
            </a:endParaRPr>
          </a:p>
        </p:txBody>
      </p:sp>
      <p:sp>
        <p:nvSpPr>
          <p:cNvPr id="32" name="Text Placeholder 6"/>
          <p:cNvSpPr>
            <a:spLocks noGrp="1"/>
          </p:cNvSpPr>
          <p:nvPr>
            <p:ph type="body" sz="quarter" idx="19"/>
          </p:nvPr>
        </p:nvSpPr>
        <p:spPr>
          <a:xfrm>
            <a:off x="8357924" y="3892110"/>
            <a:ext cx="3017520" cy="1598666"/>
          </a:xfrm>
        </p:spPr>
        <p:txBody>
          <a:bodyPr>
            <a:noAutofit/>
          </a:bodyPr>
          <a:lstStyle>
            <a:lvl1pPr>
              <a:defRPr sz="1400">
                <a:solidFill>
                  <a:schemeClr val="bg1"/>
                </a:solidFill>
              </a:defRPr>
            </a:lvl1pPr>
            <a:lvl2pPr>
              <a:defRPr sz="12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33" name="Rectangle 32"/>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marL="0" marR="0" lvl="0" indent="0" algn="l" defTabSz="93218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7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sp>
        <p:nvSpPr>
          <p:cNvPr id="4" name="Text Placeholder 3"/>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36" name="Text Placeholder 3"/>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solidFill>
                  <a:schemeClr val="bg1"/>
                </a:solidFill>
              </a:defRPr>
            </a:lvl1pPr>
            <a:lvl2pPr marL="0" indent="0" algn="ctr">
              <a:buNone/>
              <a:defRPr sz="1800" b="1">
                <a:solidFill>
                  <a:schemeClr val="bg1"/>
                </a:solidFill>
              </a:defRPr>
            </a:lvl2pPr>
            <a:lvl3pPr marL="0" indent="0" algn="ctr">
              <a:buNone/>
              <a:defRPr sz="1800" b="1">
                <a:solidFill>
                  <a:schemeClr val="bg1"/>
                </a:solidFill>
              </a:defRPr>
            </a:lvl3pPr>
            <a:lvl4pPr marL="0" indent="0" algn="ctr">
              <a:buNone/>
              <a:defRPr sz="1800" b="1">
                <a:solidFill>
                  <a:schemeClr val="bg1"/>
                </a:solidFill>
              </a:defRPr>
            </a:lvl4pPr>
            <a:lvl5pPr marL="0" indent="0" algn="ctr">
              <a:buNone/>
              <a:defRPr sz="1800" b="1">
                <a:solidFill>
                  <a:schemeClr val="bg1"/>
                </a:solidFill>
              </a:defRPr>
            </a:lvl5pPr>
          </a:lstStyle>
          <a:p>
            <a:pPr lvl="0"/>
            <a:r>
              <a:rPr lang="en-US"/>
              <a:t>Click to add heading</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37" name="Text Placeholder 3"/>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solidFill>
                  <a:schemeClr val="bg1"/>
                </a:solidFill>
              </a:defRPr>
            </a:lvl1pPr>
            <a:lvl2pPr marL="0" indent="0" algn="ctr">
              <a:buNone/>
              <a:defRPr sz="1800" b="1">
                <a:solidFill>
                  <a:schemeClr val="bg1"/>
                </a:solidFill>
              </a:defRPr>
            </a:lvl2pPr>
            <a:lvl3pPr marL="0" indent="0" algn="ctr">
              <a:buNone/>
              <a:defRPr sz="1800" b="1">
                <a:solidFill>
                  <a:schemeClr val="bg1"/>
                </a:solidFill>
              </a:defRPr>
            </a:lvl3pPr>
            <a:lvl4pPr marL="0" indent="0" algn="ctr">
              <a:buNone/>
              <a:defRPr sz="1800" b="1">
                <a:solidFill>
                  <a:schemeClr val="bg1"/>
                </a:solidFill>
              </a:defRPr>
            </a:lvl4pPr>
            <a:lvl5pPr marL="0" indent="0" algn="ctr">
              <a:buNone/>
              <a:defRPr sz="1800" b="1">
                <a:solidFill>
                  <a:schemeClr val="bg1"/>
                </a:solidFill>
              </a:defRPr>
            </a:lvl5pPr>
          </a:lstStyle>
          <a:p>
            <a:pPr lvl="0"/>
            <a:r>
              <a:rPr lang="en-US"/>
              <a:t>Click to add heading</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38" name="Title 1"/>
          <p:cNvSpPr>
            <a:spLocks noGrp="1"/>
          </p:cNvSpPr>
          <p:nvPr>
            <p:ph type="title"/>
          </p:nvPr>
        </p:nvSpPr>
        <p:spPr>
          <a:xfrm>
            <a:off x="588263" y="591790"/>
            <a:ext cx="11018520" cy="430887"/>
          </a:xfrm>
        </p:spPr>
        <p:txBody>
          <a:bodyPr anchor="t"/>
          <a:lstStyle/>
          <a:p>
            <a:r>
              <a:rPr lang="en-US"/>
              <a:t>Click to edit Master title style</a:t>
            </a:r>
            <a:endParaRPr lang="en-US"/>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endParaRPr lang="en-US"/>
          </a:p>
        </p:txBody>
      </p:sp>
      <p:sp>
        <p:nvSpPr>
          <p:cNvPr id="9" name="Picture Placeholder" descr="This photo is a 'placeholder' only. Drag or drop your photo here, or click and tap the center to insert a photo."/>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sp>
        <p:nvSpPr>
          <p:cNvPr id="12" name="Text Placeholder 3"/>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endParaRPr lang="en-US"/>
          </a:p>
        </p:txBody>
      </p:sp>
      <p:sp>
        <p:nvSpPr>
          <p:cNvPr id="10" name="Picture Placeholder" descr="This photo is a 'placeholder' only. Drag or drop your photo here, or click and tap the center to insert a photo."/>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sp>
        <p:nvSpPr>
          <p:cNvPr id="13" name="Text Placeholder 3"/>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endParaRPr lang="en-US"/>
          </a:p>
        </p:txBody>
      </p:sp>
      <p:sp>
        <p:nvSpPr>
          <p:cNvPr id="11" name="Picture Placeholder" descr="This photo is a 'placeholder' only. Drag or drop your photo here, or click and tap the center to insert a photo."/>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endParaRPr lang="en-US"/>
          </a:p>
        </p:txBody>
      </p:sp>
      <p:sp>
        <p:nvSpPr>
          <p:cNvPr id="15" name="Text Placeholder 3"/>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endParaRPr lang="en-US"/>
          </a:p>
        </p:txBody>
      </p:sp>
      <p:sp>
        <p:nvSpPr>
          <p:cNvPr id="14" name="Picture Placeholder" descr="This photo is a 'placeholder' only. Drag or drop your photo here, or click and tap the center to insert a photo."/>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itchFamily="34" charset="0"/>
              </a:defRPr>
            </a:lvl1pPr>
          </a:lstStyle>
          <a:p>
            <a:r>
              <a:rPr lang="en-US"/>
              <a:t>Dag &amp; drop your photo here </a:t>
            </a:r>
            <a:br>
              <a:rPr lang="en-US"/>
            </a:br>
            <a:r>
              <a:rPr lang="en-US"/>
              <a:t>or click or tap icon below </a:t>
            </a:r>
            <a:br>
              <a:rPr lang="en-US"/>
            </a:br>
            <a:r>
              <a:rPr lang="en-US"/>
              <a:t>to insert</a:t>
            </a:r>
            <a:endParaRPr lang="en-US"/>
          </a:p>
        </p:txBody>
      </p:sp>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p:cNvSpPr/>
          <p:nvPr userDrawn="1"/>
        </p:nvSpPr>
        <p:spPr bwMode="auto">
          <a:xfrm>
            <a:off x="725755" y="17145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7" name="Text Placeholder 6"/>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19" name="Text Placeholder 18"/>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20" name="Rectangle 19"/>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p:cNvSpPr/>
          <p:nvPr userDrawn="1"/>
        </p:nvSpPr>
        <p:spPr bwMode="auto">
          <a:xfrm>
            <a:off x="725755" y="38989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3" name="Text Placeholder 6"/>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4" name="Text Placeholder 18"/>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25" name="Rectangle 24"/>
          <p:cNvSpPr/>
          <p:nvPr userDrawn="1"/>
        </p:nvSpPr>
        <p:spPr bwMode="auto">
          <a:xfrm>
            <a:off x="4493592" y="17145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8" name="Text Placeholder 6"/>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9" name="Text Placeholder 18"/>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30" name="Rectangle 29"/>
          <p:cNvSpPr/>
          <p:nvPr userDrawn="1"/>
        </p:nvSpPr>
        <p:spPr bwMode="auto">
          <a:xfrm>
            <a:off x="4502417" y="38989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3" name="Text Placeholder 6"/>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4" name="Text Placeholder 18"/>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35" name="Rectangle 34"/>
          <p:cNvSpPr/>
          <p:nvPr userDrawn="1"/>
        </p:nvSpPr>
        <p:spPr bwMode="auto">
          <a:xfrm>
            <a:off x="8275905" y="17145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8" name="Text Placeholder 6"/>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9" name="Text Placeholder 18"/>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0" name="Rectangle 39"/>
          <p:cNvSpPr/>
          <p:nvPr userDrawn="1"/>
        </p:nvSpPr>
        <p:spPr bwMode="auto">
          <a:xfrm>
            <a:off x="8270254" y="3895725"/>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43" name="Text Placeholder 6"/>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44" name="Text Placeholder 18"/>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a:p>
        </p:txBody>
      </p:sp>
      <p:sp>
        <p:nvSpPr>
          <p:cNvPr id="4" name="Text Placeholder 3"/>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a:t>Add a caption</a:t>
            </a:r>
            <a:endParaRPr lang="en-US"/>
          </a:p>
        </p:txBody>
      </p:sp>
      <p:sp>
        <p:nvSpPr>
          <p:cNvPr id="3" name="Picture Placeholder 2" descr="This screenshot is a 'placeholder' only. Drag or drop your screen shot here, or click and tap the center to insert a photo."/>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a:t>Drag &amp; drop a</a:t>
            </a:r>
            <a:br>
              <a:rPr lang="en-US"/>
            </a:br>
            <a:r>
              <a:rPr lang="en-US"/>
              <a:t>screenshot here</a:t>
            </a:r>
            <a:br>
              <a:rPr lang="en-US"/>
            </a:br>
            <a:r>
              <a:rPr lang="en-US"/>
              <a:t>or click or tap icon</a:t>
            </a:r>
            <a:br>
              <a:rPr lang="en-US"/>
            </a:br>
            <a:r>
              <a:rPr lang="en-US"/>
              <a:t>below to insert</a:t>
            </a:r>
            <a:endParaRPr lang="en-US"/>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a:t>Click to edit Master title style</a:t>
            </a:r>
            <a:endParaRPr lang="en-US"/>
          </a:p>
        </p:txBody>
      </p:sp>
      <p:sp>
        <p:nvSpPr>
          <p:cNvPr id="7" name="Text Placeholder 6"/>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a:t>Click to edit Master text styles</a:t>
            </a:r>
            <a:endParaRPr lang="en-US"/>
          </a:p>
        </p:txBody>
      </p:sp>
      <p:cxnSp>
        <p:nvCxnSpPr>
          <p:cNvPr id="4" name="Straight Connector 3"/>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8263" y="585787"/>
            <a:ext cx="3182027" cy="5683249"/>
          </a:xfrm>
        </p:spPr>
        <p:txBody>
          <a:bodyPr anchor="ctr"/>
          <a:lstStyle>
            <a:lvl1pPr>
              <a:defRPr/>
            </a:lvl1pPr>
          </a:lstStyle>
          <a:p>
            <a:r>
              <a:rPr lang="en-US"/>
              <a:t>Title</a:t>
            </a:r>
            <a:endParaRPr lang="en-US"/>
          </a:p>
        </p:txBody>
      </p:sp>
      <p:sp>
        <p:nvSpPr>
          <p:cNvPr id="3" name="Text Placeholder 2"/>
          <p:cNvSpPr>
            <a:spLocks noGrp="1"/>
          </p:cNvSpPr>
          <p:nvPr>
            <p:ph type="body" sz="quarter" idx="11"/>
          </p:nvPr>
        </p:nvSpPr>
        <p:spPr>
          <a:xfrm>
            <a:off x="4941888" y="292099"/>
            <a:ext cx="6667500" cy="5976939"/>
          </a:xfrm>
        </p:spPr>
        <p:txBody>
          <a:bodyPr anchor="ctr"/>
          <a:lstStyle>
            <a:lvl1pPr marL="0" indent="0">
              <a:buNone/>
              <a:defRPr/>
            </a:lvl1pPr>
          </a:lstStyle>
          <a:p>
            <a:pPr lvl="0"/>
            <a:r>
              <a:rPr lang="en-US"/>
              <a:t>Click to edit Master text styles</a:t>
            </a:r>
            <a:endParaRPr lang="en-US"/>
          </a:p>
        </p:txBody>
      </p:sp>
      <p:cxnSp>
        <p:nvCxnSpPr>
          <p:cNvPr id="5" name="Straight Connector 4"/>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Demo slid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8899010" y="3177856"/>
            <a:ext cx="2727281" cy="649982"/>
          </a:xfrm>
          <a:prstGeom prst="rect">
            <a:avLst/>
          </a:prstGeom>
        </p:spPr>
      </p:pic>
      <p:sp>
        <p:nvSpPr>
          <p:cNvPr id="8" name="Text Placeholder 4"/>
          <p:cNvSpPr>
            <a:spLocks noGrp="1"/>
          </p:cNvSpPr>
          <p:nvPr>
            <p:ph type="body" sz="quarter" idx="13" hasCustomPrompt="1"/>
          </p:nvPr>
        </p:nvSpPr>
        <p:spPr>
          <a:xfrm>
            <a:off x="585216" y="3680069"/>
            <a:ext cx="7180360" cy="307777"/>
          </a:xfrm>
          <a:noFill/>
        </p:spPr>
        <p:txBody>
          <a:bodyPr wrap="square" lIns="0" tIns="0" rIns="0" bIns="0">
            <a:spAutoFit/>
          </a:bodyPr>
          <a:lstStyle>
            <a:lvl1pPr marL="0" indent="0">
              <a:spcBef>
                <a:spcPts val="0"/>
              </a:spcBef>
              <a:spcAft>
                <a:spcPts val="0"/>
              </a:spcAft>
              <a:buFont typeface="Arial" panose="020B0704020202020204" pitchFamily="34" charset="0"/>
              <a:buNone/>
              <a:defRPr sz="2000" spc="0" baseline="0">
                <a:solidFill>
                  <a:schemeClr val="accent2"/>
                </a:solidFill>
                <a:latin typeface="+mn-lt"/>
              </a:defRPr>
            </a:lvl1pPr>
          </a:lstStyle>
          <a:p>
            <a:pPr lvl="0"/>
            <a:r>
              <a:rPr lang="en-US"/>
              <a:t>Speaker name</a:t>
            </a:r>
            <a:endParaRPr lang="en-US"/>
          </a:p>
        </p:txBody>
      </p:sp>
      <p:sp>
        <p:nvSpPr>
          <p:cNvPr id="10" name="Title 1"/>
          <p:cNvSpPr>
            <a:spLocks noGrp="1"/>
          </p:cNvSpPr>
          <p:nvPr>
            <p:ph type="title" hasCustomPrompt="1"/>
          </p:nvPr>
        </p:nvSpPr>
        <p:spPr>
          <a:xfrm>
            <a:off x="585216" y="3104745"/>
            <a:ext cx="7180360" cy="443198"/>
          </a:xfrm>
          <a:noFill/>
        </p:spPr>
        <p:txBody>
          <a:bodyPr wrap="square" lIns="0" tIns="0" rIns="0" bIns="0" anchor="b" anchorCtr="0">
            <a:spAutoFit/>
          </a:bodyPr>
          <a:lstStyle>
            <a:lvl1pPr algn="l" defTabSz="932815"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a:t>Demo title</a:t>
            </a: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1_Demo slide">
    <p:spTree>
      <p:nvGrpSpPr>
        <p:cNvPr id="1" name=""/>
        <p:cNvGrpSpPr/>
        <p:nvPr/>
      </p:nvGrpSpPr>
      <p:grpSpPr>
        <a:xfrm>
          <a:off x="0" y="0"/>
          <a:ext cx="0" cy="0"/>
          <a:chOff x="0" y="0"/>
          <a:chExt cx="0" cy="0"/>
        </a:xfrm>
      </p:grpSpPr>
      <p:sp>
        <p:nvSpPr>
          <p:cNvPr id="5" name="Title 1"/>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endParaRPr lang="en-US"/>
          </a:p>
        </p:txBody>
      </p:sp>
      <p:sp>
        <p:nvSpPr>
          <p:cNvPr id="9" name="Text Placeholder 9"/>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endParaRPr lang="en-US"/>
          </a:p>
        </p:txBody>
      </p:sp>
      <p:pic>
        <p:nvPicPr>
          <p:cNvPr id="10" name="Picture 9"/>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showMasterSp="0" userDrawn="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Software code slide</a:t>
            </a:r>
            <a:endParaRPr lang="en-US"/>
          </a:p>
        </p:txBody>
      </p:sp>
      <p:sp>
        <p:nvSpPr>
          <p:cNvPr id="5" name="Text Placeholder 4" descr="This layout should only be used for developer code. The font used is a monospace font which is ideal for showing code."/>
          <p:cNvSpPr>
            <a:spLocks noGrp="1"/>
          </p:cNvSpPr>
          <p:nvPr>
            <p:ph type="body" sz="quarter" idx="10"/>
          </p:nvPr>
        </p:nvSpPr>
        <p:spPr>
          <a:xfrm>
            <a:off x="588263" y="1436688"/>
            <a:ext cx="11018520" cy="4829522"/>
          </a:xfrm>
        </p:spPr>
        <p:txBody>
          <a:bodyPr/>
          <a:lstStyle>
            <a:lvl1pPr marL="0" indent="0">
              <a:buNone/>
              <a:defRPr sz="2000">
                <a:solidFill>
                  <a:schemeClr val="tx1"/>
                </a:solidFill>
                <a:latin typeface="Consolas" panose="020B0609020204030204" pitchFamily="49" charset="0"/>
                <a:cs typeface="Consolas" panose="020B0609020204030204" pitchFamily="49" charset="0"/>
              </a:defRPr>
            </a:lvl1pPr>
            <a:lvl2pPr marL="346710" indent="0">
              <a:buNone/>
              <a:defRPr sz="1800">
                <a:solidFill>
                  <a:schemeClr val="tx1"/>
                </a:solidFill>
                <a:latin typeface="Consolas" panose="020B0609020204030204" pitchFamily="49" charset="0"/>
                <a:cs typeface="Consolas" panose="020B0609020204030204" pitchFamily="49" charset="0"/>
              </a:defRPr>
            </a:lvl2pPr>
            <a:lvl3pPr marL="584835" indent="0">
              <a:buNone/>
              <a:defRPr sz="1600">
                <a:solidFill>
                  <a:schemeClr val="tx1"/>
                </a:solidFill>
                <a:latin typeface="Consolas" panose="020B0609020204030204" pitchFamily="49" charset="0"/>
                <a:cs typeface="Consolas" panose="020B0609020204030204" pitchFamily="49" charset="0"/>
              </a:defRPr>
            </a:lvl3pPr>
            <a:lvl4pPr marL="814705" indent="0">
              <a:buNone/>
              <a:defRPr sz="1400">
                <a:solidFill>
                  <a:schemeClr val="tx1"/>
                </a:solidFill>
                <a:latin typeface="Consolas" panose="020B0609020204030204" pitchFamily="49" charset="0"/>
                <a:cs typeface="Consolas" panose="020B0609020204030204" pitchFamily="49" charset="0"/>
              </a:defRPr>
            </a:lvl4pPr>
            <a:lvl5pPr marL="1050925" indent="0">
              <a:buNone/>
              <a:defRPr sz="1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sclaimer and Attribu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6" name="Text Placeholder 5"/>
          <p:cNvSpPr>
            <a:spLocks noGrp="1"/>
          </p:cNvSpPr>
          <p:nvPr>
            <p:ph type="body" sz="quarter" idx="10"/>
          </p:nvPr>
        </p:nvSpPr>
        <p:spPr>
          <a:xfrm>
            <a:off x="588963" y="1436688"/>
            <a:ext cx="11020425" cy="4829175"/>
          </a:xfrm>
        </p:spPr>
        <p:txBody>
          <a:bodyPr/>
          <a:lstStyle>
            <a:lvl1pPr marL="0" indent="0">
              <a:buNone/>
              <a:defRPr sz="1100"/>
            </a:lvl1pPr>
            <a:lvl2pPr marL="228600" indent="0">
              <a:buNone/>
              <a:defRPr sz="1100"/>
            </a:lvl2pPr>
            <a:lvl3pPr marL="457200" indent="0">
              <a:buNone/>
              <a:defRPr sz="1100"/>
            </a:lvl3pPr>
            <a:lvl4pPr marL="662305" indent="0">
              <a:buNone/>
              <a:defRPr sz="1100"/>
            </a:lvl4pPr>
            <a:lvl5pPr marL="855980" indent="0">
              <a:buNone/>
              <a:defRPr sz="11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showMasterSp="0" userDrawn="1">
  <p:cSld name="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noAutofit/>
          </a:bodyPr>
          <a:lstStyle/>
          <a:p>
            <a:pPr algn="l" defTabSz="932180" fontAlgn="base">
              <a:spcBef>
                <a:spcPct val="0"/>
              </a:spcBef>
              <a:spcAft>
                <a:spcPct val="0"/>
              </a:spcAft>
            </a:pPr>
            <a:endParaRPr lang="en-GB" sz="750" err="1">
              <a:solidFill>
                <a:schemeClr val="tx1"/>
              </a:solidFill>
              <a:ea typeface="Segoe UI" pitchFamily="34" charset="0"/>
              <a:cs typeface="Segoe UI" pitchFamily="34" charset="0"/>
            </a:endParaRPr>
          </a:p>
        </p:txBody>
      </p:sp>
      <p:pic>
        <p:nvPicPr>
          <p:cNvPr id="4" name="Picture 3"/>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31447" y="2841633"/>
            <a:ext cx="4929105" cy="1174734"/>
          </a:xfrm>
          <a:prstGeom prst="rect">
            <a:avLst/>
          </a:prstGeom>
        </p:spPr>
      </p:pic>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3" Type="http://schemas.openxmlformats.org/officeDocument/2006/relationships/theme" Target="../theme/theme1.xml"/><Relationship Id="rId32" Type="http://schemas.microsoft.com/office/2007/relationships/hdphoto" Target="../media/image7.wdp"/><Relationship Id="rId31" Type="http://schemas.openxmlformats.org/officeDocument/2006/relationships/image" Target="../media/image2.png"/><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a:t>Click to edit Master title style</a:t>
            </a:r>
            <a:endParaRPr lang="en-US"/>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grpSp>
        <p:nvGrpSpPr>
          <p:cNvPr id="47" name="GRID" hidden="1"/>
          <p:cNvGrpSpPr/>
          <p:nvPr userDrawn="1"/>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49" name="TextBox 48"/>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704020202020204" pitchFamily="34" charset="0"/>
                <a:ea typeface="+mn-ea"/>
                <a:cs typeface="Arial" panose="020B0704020202020204" pitchFamily="34" charset="0"/>
              </a:rPr>
            </a:fld>
            <a:endParaRPr lang="en-US" sz="700" kern="1200" cap="none" spc="10" baseline="0">
              <a:solidFill>
                <a:schemeClr val="tx1"/>
              </a:solidFill>
              <a:latin typeface="Arial" panose="020B0704020202020204" pitchFamily="34" charset="0"/>
              <a:ea typeface="+mn-ea"/>
              <a:cs typeface="Arial" panose="020B0704020202020204" pitchFamily="34" charset="0"/>
            </a:endParaRPr>
          </a:p>
        </p:txBody>
      </p:sp>
      <p:sp>
        <p:nvSpPr>
          <p:cNvPr id="51" name="TextBox 50"/>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sz="750" spc="10">
                <a:solidFill>
                  <a:schemeClr val="bg1"/>
                </a:solidFill>
                <a:cs typeface="Arial" panose="020B0704020202020204" pitchFamily="34" charset="0"/>
              </a:rPr>
              <a:t>|</a:t>
            </a:r>
            <a:endParaRPr lang="en-US" sz="750" spc="10">
              <a:solidFill>
                <a:schemeClr val="bg1"/>
              </a:solidFill>
              <a:cs typeface="Arial" panose="020B0704020202020204" pitchFamily="34" charset="0"/>
            </a:endParaRPr>
          </a:p>
        </p:txBody>
      </p:sp>
      <p:sp>
        <p:nvSpPr>
          <p:cNvPr id="50" name="Rectangle 49" descr="{&quot;templafy&quot;:{&quot;binding&quot;:&quot;{{Form.Footer}}&quot;,&quot;type&quot;:&quot;text&quot;}}"/>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noAutofit/>
          </a:bodyPr>
          <a:lstStyle/>
          <a:p>
            <a:pPr algn="l" defTabSz="932180" fontAlgn="base">
              <a:spcBef>
                <a:spcPct val="0"/>
              </a:spcBef>
              <a:spcAft>
                <a:spcPct val="0"/>
              </a:spcAft>
            </a:pPr>
            <a:endParaRPr lang="en-GB" sz="750" err="1">
              <a:solidFill>
                <a:schemeClr val="tx1"/>
              </a:solidFill>
              <a:ea typeface="Segoe UI" pitchFamily="34" charset="0"/>
              <a:cs typeface="Segoe UI" pitchFamily="34" charset="0"/>
            </a:endParaRPr>
          </a:p>
        </p:txBody>
      </p:sp>
      <p:pic>
        <p:nvPicPr>
          <p:cNvPr id="52" name="Picture 51" descr="A picture containing text, clipart&#10;&#10;Description automatically generated"/>
          <p:cNvPicPr>
            <a:picLocks noChangeAspect="1"/>
          </p:cNvPicPr>
          <p:nvPr userDrawn="1"/>
        </p:nvPicPr>
        <p:blipFill>
          <a:blip r:embed="rId31">
            <a:extLst>
              <a:ext uri="{BEBA8EAE-BF5A-486C-A8C5-ECC9F3942E4B}">
                <a14:imgProps xmlns:a14="http://schemas.microsoft.com/office/drawing/2010/main">
                  <a14:imgLayer r:embed="rId32">
                    <a14:imgEffect>
                      <a14:brightnessContrast bright="-100000" contrast="100000"/>
                    </a14:imgEffect>
                  </a14:imgLayer>
                </a14:imgProps>
              </a:ext>
            </a:extLst>
          </a:blip>
          <a:stretch>
            <a:fillRect/>
          </a:stretch>
        </p:blipFill>
        <p:spPr>
          <a:xfrm>
            <a:off x="10883348" y="6393708"/>
            <a:ext cx="1154036" cy="328680"/>
          </a:xfrm>
          <a:prstGeom prst="rect">
            <a:avLst/>
          </a:prstGeom>
        </p:spPr>
      </p:pic>
      <p:sp>
        <p:nvSpPr>
          <p:cNvPr id="6" name="TextBox 5"/>
          <p:cNvSpPr txBox="1"/>
          <p:nvPr userDrawn="1"/>
        </p:nvSpPr>
        <p:spPr>
          <a:xfrm>
            <a:off x="63500" y="63500"/>
            <a:ext cx="1927225" cy="152400"/>
          </a:xfrm>
          <a:prstGeom prst="rect">
            <a:avLst/>
          </a:prstGeom>
        </p:spPr>
        <p:txBody>
          <a:bodyPr horzOverflow="overflow" lIns="0" tIns="0" rIns="0" bIns="0">
            <a:spAutoFit/>
          </a:bodyPr>
          <a:lstStyle/>
          <a:p>
            <a:pPr algn="l"/>
            <a:r>
              <a:rPr lang="en-US" sz="1000">
                <a:solidFill>
                  <a:srgbClr val="0000FF"/>
                </a:solidFill>
                <a:latin typeface="Arial" panose="020B0704020202020204" pitchFamily="34" charset="0"/>
                <a:cs typeface="Arial" panose="020B0704020202020204" pitchFamily="34" charset="0"/>
              </a:rPr>
              <a:t>[AMD Official Use Only - General]</a:t>
            </a:r>
            <a:endParaRPr lang="en-US" sz="1000">
              <a:solidFill>
                <a:srgbClr val="0000FF"/>
              </a:solidFill>
              <a:latin typeface="Arial" panose="020B0704020202020204" pitchFamily="34" charset="0"/>
              <a:cs typeface="Arial" panose="020B07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transition>
    <p:fade/>
  </p:transition>
  <p:hf hdr="0" dt="0"/>
  <p:txStyles>
    <p:titleStyle>
      <a:lvl1pPr algn="l" defTabSz="932815"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815" rtl="0" eaLnBrk="1" fontAlgn="auto" latinLnBrk="0" hangingPunct="1">
        <a:lnSpc>
          <a:spcPct val="100000"/>
        </a:lnSpc>
        <a:spcBef>
          <a:spcPts val="600"/>
        </a:spcBef>
        <a:spcAft>
          <a:spcPts val="0"/>
        </a:spcAft>
        <a:buClr>
          <a:schemeClr val="accent1"/>
        </a:buClr>
        <a:buSzPct val="100000"/>
        <a:buFont typeface="Arial" panose="020B0704020202020204" pitchFamily="34" charset="0"/>
        <a:buChar char="•"/>
        <a:defRPr sz="1800" kern="1200" spc="0" baseline="0">
          <a:solidFill>
            <a:schemeClr val="tx1"/>
          </a:solidFill>
          <a:latin typeface="+mn-lt"/>
          <a:ea typeface="+mn-ea"/>
          <a:cs typeface="Segoe UI" pitchFamily="34" charset="0"/>
        </a:defRPr>
      </a:lvl1pPr>
      <a:lvl2pPr marL="457200" marR="0" indent="-228600" algn="l" defTabSz="932815" rtl="0" eaLnBrk="1" fontAlgn="auto" latinLnBrk="0" hangingPunct="1">
        <a:lnSpc>
          <a:spcPct val="100000"/>
        </a:lnSpc>
        <a:spcBef>
          <a:spcPts val="300"/>
        </a:spcBef>
        <a:spcAft>
          <a:spcPts val="0"/>
        </a:spcAft>
        <a:buClr>
          <a:schemeClr val="accent1"/>
        </a:buClr>
        <a:buSzPct val="100000"/>
        <a:buFont typeface="Arial" panose="020B0704020202020204" pitchFamily="34" charset="0"/>
        <a:buChar char="•"/>
        <a:defRPr sz="16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ts val="300"/>
        </a:spcBef>
        <a:spcAft>
          <a:spcPts val="0"/>
        </a:spcAft>
        <a:buClr>
          <a:schemeClr val="accent1"/>
        </a:buClr>
        <a:buSzPct val="100000"/>
        <a:buFont typeface="Arial" panose="020B0704020202020204" pitchFamily="34" charset="0"/>
        <a:buChar char="•"/>
        <a:defRPr sz="12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ts val="300"/>
        </a:spcBef>
        <a:spcAft>
          <a:spcPts val="0"/>
        </a:spcAft>
        <a:buClr>
          <a:schemeClr val="accent1"/>
        </a:buClr>
        <a:buSzPct val="100000"/>
        <a:buFont typeface="Arial" panose="020B0704020202020204" pitchFamily="34" charset="0"/>
        <a:buChar char="•"/>
        <a:defRPr sz="11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ts val="300"/>
        </a:spcBef>
        <a:spcAft>
          <a:spcPts val="0"/>
        </a:spcAft>
        <a:buClr>
          <a:schemeClr val="accent1"/>
        </a:buClr>
        <a:buSzPct val="100000"/>
        <a:buFont typeface="Arial" panose="020B0704020202020204" pitchFamily="34" charset="0"/>
        <a:buChar char="•"/>
        <a:defRPr sz="11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11.png"/><Relationship Id="rId7" Type="http://schemas.openxmlformats.org/officeDocument/2006/relationships/tags" Target="../tags/tag4.xml"/><Relationship Id="rId6" Type="http://schemas.openxmlformats.org/officeDocument/2006/relationships/image" Target="../media/image10.png"/><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9.png"/><Relationship Id="rId2" Type="http://schemas.openxmlformats.org/officeDocument/2006/relationships/tags" Target="../tags/tag1.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tags" Target="../tags/tag6.xml"/><Relationship Id="rId3" Type="http://schemas.openxmlformats.org/officeDocument/2006/relationships/image" Target="../media/image13.png"/><Relationship Id="rId2" Type="http://schemas.openxmlformats.org/officeDocument/2006/relationships/tags" Target="../tags/tag5.xml"/><Relationship Id="rId1" Type="http://schemas.openxmlformats.org/officeDocument/2006/relationships/image" Target="../media/image12.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16.png"/><Relationship Id="rId3" Type="http://schemas.openxmlformats.org/officeDocument/2006/relationships/tags" Target="../tags/tag8.xml"/><Relationship Id="rId2" Type="http://schemas.openxmlformats.org/officeDocument/2006/relationships/image" Target="../media/image15.png"/><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18.png"/><Relationship Id="rId3" Type="http://schemas.openxmlformats.org/officeDocument/2006/relationships/tags" Target="../tags/tag10.xml"/><Relationship Id="rId2" Type="http://schemas.openxmlformats.org/officeDocument/2006/relationships/image" Target="../media/image17.png"/><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tags" Target="../tags/tag12.xml"/><Relationship Id="rId3" Type="http://schemas.openxmlformats.org/officeDocument/2006/relationships/image" Target="../media/image20.png"/><Relationship Id="rId2" Type="http://schemas.openxmlformats.org/officeDocument/2006/relationships/tags" Target="../tags/tag11.xml"/><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3.png"/><Relationship Id="rId3" Type="http://schemas.openxmlformats.org/officeDocument/2006/relationships/tags" Target="../tags/tag14.xml"/><Relationship Id="rId2" Type="http://schemas.openxmlformats.org/officeDocument/2006/relationships/image" Target="../media/image22.png"/><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tags" Target="../tags/tag18.xml"/><Relationship Id="rId7" Type="http://schemas.openxmlformats.org/officeDocument/2006/relationships/image" Target="../media/image27.png"/><Relationship Id="rId6" Type="http://schemas.openxmlformats.org/officeDocument/2006/relationships/tags" Target="../tags/tag17.xml"/><Relationship Id="rId5" Type="http://schemas.openxmlformats.org/officeDocument/2006/relationships/image" Target="../media/image26.png"/><Relationship Id="rId4" Type="http://schemas.openxmlformats.org/officeDocument/2006/relationships/tags" Target="../tags/tag16.xml"/><Relationship Id="rId3" Type="http://schemas.openxmlformats.org/officeDocument/2006/relationships/image" Target="../media/image25.png"/><Relationship Id="rId2" Type="http://schemas.openxmlformats.org/officeDocument/2006/relationships/tags" Target="../tags/tag15.xml"/><Relationship Id="rId10" Type="http://schemas.openxmlformats.org/officeDocument/2006/relationships/slideLayout" Target="../slideLayouts/slideLayout4.xml"/><Relationship Id="rId1"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9.png"/><Relationship Id="rId1" Type="http://schemas.openxmlformats.org/officeDocument/2006/relationships/tags" Target="../tags/tag1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0.png"/><Relationship Id="rId1" Type="http://schemas.openxmlformats.org/officeDocument/2006/relationships/tags" Target="../tags/tag20.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32.png"/><Relationship Id="rId3" Type="http://schemas.openxmlformats.org/officeDocument/2006/relationships/tags" Target="../tags/tag22.xml"/><Relationship Id="rId2" Type="http://schemas.openxmlformats.org/officeDocument/2006/relationships/image" Target="../media/image31.png"/><Relationship Id="rId1" Type="http://schemas.openxmlformats.org/officeDocument/2006/relationships/tags" Target="../tags/tag2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3.png"/><Relationship Id="rId1" Type="http://schemas.openxmlformats.org/officeDocument/2006/relationships/tags" Target="../tags/tag2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4.png"/><Relationship Id="rId1" Type="http://schemas.openxmlformats.org/officeDocument/2006/relationships/tags" Target="../tags/tag24.xml"/></Relationships>
</file>

<file path=ppt/slides/_rels/slide14.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image" Target="../media/image37.png"/><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image" Target="../media/image36.png"/><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image" Target="../media/image35.png"/><Relationship Id="rId14" Type="http://schemas.openxmlformats.org/officeDocument/2006/relationships/slideLayout" Target="../slideLayouts/slideLayout4.xml"/><Relationship Id="rId13" Type="http://schemas.openxmlformats.org/officeDocument/2006/relationships/image" Target="../media/image39.png"/><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image" Target="../media/image38.png"/><Relationship Id="rId1" Type="http://schemas.openxmlformats.org/officeDocument/2006/relationships/tags" Target="../tags/tag25.xml"/></Relationships>
</file>

<file path=ppt/slides/_rels/slide15.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tags" Target="../tags/tag38.xml"/><Relationship Id="rId7" Type="http://schemas.openxmlformats.org/officeDocument/2006/relationships/image" Target="../media/image41.png"/><Relationship Id="rId6" Type="http://schemas.openxmlformats.org/officeDocument/2006/relationships/tags" Target="../tags/tag37.xml"/><Relationship Id="rId5" Type="http://schemas.openxmlformats.org/officeDocument/2006/relationships/image" Target="../media/image40.png"/><Relationship Id="rId4" Type="http://schemas.openxmlformats.org/officeDocument/2006/relationships/tags" Target="../tags/tag36.xml"/><Relationship Id="rId3" Type="http://schemas.openxmlformats.org/officeDocument/2006/relationships/tags" Target="../tags/tag35.xml"/><Relationship Id="rId22" Type="http://schemas.openxmlformats.org/officeDocument/2006/relationships/slideLayout" Target="../slideLayouts/slideLayout4.xml"/><Relationship Id="rId21" Type="http://schemas.openxmlformats.org/officeDocument/2006/relationships/image" Target="../media/image47.png"/><Relationship Id="rId20" Type="http://schemas.openxmlformats.org/officeDocument/2006/relationships/tags" Target="../tags/tag45.xml"/><Relationship Id="rId2" Type="http://schemas.openxmlformats.org/officeDocument/2006/relationships/tags" Target="../tags/tag34.xml"/><Relationship Id="rId19" Type="http://schemas.openxmlformats.org/officeDocument/2006/relationships/tags" Target="../tags/tag44.xml"/><Relationship Id="rId18" Type="http://schemas.openxmlformats.org/officeDocument/2006/relationships/image" Target="../media/image46.png"/><Relationship Id="rId17" Type="http://schemas.openxmlformats.org/officeDocument/2006/relationships/tags" Target="../tags/tag43.xml"/><Relationship Id="rId16" Type="http://schemas.openxmlformats.org/officeDocument/2006/relationships/tags" Target="../tags/tag42.xml"/><Relationship Id="rId15" Type="http://schemas.openxmlformats.org/officeDocument/2006/relationships/image" Target="../media/image45.png"/><Relationship Id="rId14" Type="http://schemas.openxmlformats.org/officeDocument/2006/relationships/tags" Target="../tags/tag41.xml"/><Relationship Id="rId13" Type="http://schemas.openxmlformats.org/officeDocument/2006/relationships/image" Target="../media/image44.png"/><Relationship Id="rId12" Type="http://schemas.openxmlformats.org/officeDocument/2006/relationships/tags" Target="../tags/tag40.xml"/><Relationship Id="rId11" Type="http://schemas.openxmlformats.org/officeDocument/2006/relationships/image" Target="../media/image43.png"/><Relationship Id="rId10" Type="http://schemas.openxmlformats.org/officeDocument/2006/relationships/tags" Target="../tags/tag39.xml"/><Relationship Id="rId1" Type="http://schemas.openxmlformats.org/officeDocument/2006/relationships/tags" Target="../tags/tag3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8.png"/><Relationship Id="rId1" Type="http://schemas.openxmlformats.org/officeDocument/2006/relationships/tags" Target="../tags/tag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5925311" y="1577207"/>
            <a:ext cx="6135625" cy="1941576"/>
          </a:xfrm>
        </p:spPr>
        <p:txBody>
          <a:bodyPr/>
          <a:lstStyle/>
          <a:p>
            <a:r>
              <a:rPr lang="en-US" altLang="zh-CN" dirty="0"/>
              <a:t>Application of SVD Low Rank Decomposition in Model Compression</a:t>
            </a:r>
            <a:endParaRPr lang="en-US" altLang="zh-CN" dirty="0"/>
          </a:p>
        </p:txBody>
      </p:sp>
      <p:sp>
        <p:nvSpPr>
          <p:cNvPr id="11" name="Text Placeholder 10"/>
          <p:cNvSpPr>
            <a:spLocks noGrp="1"/>
          </p:cNvSpPr>
          <p:nvPr>
            <p:ph type="body" sz="quarter" idx="13"/>
          </p:nvPr>
        </p:nvSpPr>
        <p:spPr>
          <a:xfrm>
            <a:off x="7719695" y="3756025"/>
            <a:ext cx="2546985" cy="553720"/>
          </a:xfrm>
        </p:spPr>
        <p:txBody>
          <a:bodyPr vert="horz" wrap="square" lIns="0" tIns="0" rIns="0" bIns="0" rtlCol="0" anchor="t">
            <a:spAutoFit/>
          </a:bodyPr>
          <a:lstStyle/>
          <a:p>
            <a:pPr algn="ctr"/>
            <a:r>
              <a:rPr lang="en-US" altLang="zh-CN" dirty="0">
                <a:cs typeface="Segoe UI"/>
              </a:rPr>
              <a:t>Xiusheng</a:t>
            </a:r>
            <a:r>
              <a:rPr lang="en-US" dirty="0">
                <a:cs typeface="Segoe UI"/>
              </a:rPr>
              <a:t>, H</a:t>
            </a:r>
            <a:r>
              <a:rPr lang="en-US" altLang="zh-CN" dirty="0">
                <a:cs typeface="Segoe UI"/>
              </a:rPr>
              <a:t>u</a:t>
            </a:r>
            <a:r>
              <a:rPr lang="en-US" dirty="0">
                <a:cs typeface="Segoe UI"/>
              </a:rPr>
              <a:t>ang</a:t>
            </a:r>
            <a:endParaRPr lang="en-US" dirty="0">
              <a:cs typeface="Segoe UI"/>
            </a:endParaRPr>
          </a:p>
          <a:p>
            <a:pPr algn="ctr"/>
            <a:r>
              <a:rPr lang="en-US" dirty="0">
                <a:cs typeface="Segoe UI"/>
              </a:rPr>
              <a:t>Nov. 08, 2024</a:t>
            </a:r>
            <a:endParaRPr lang="en-US" dirty="0">
              <a:cs typeface="Segoe UI"/>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591790"/>
            <a:ext cx="11018520" cy="430530"/>
          </a:xfrm>
        </p:spPr>
        <p:txBody>
          <a:bodyPr/>
          <a:lstStyle/>
          <a:p>
            <a:r>
              <a:rPr lang="en-US" altLang="zh-CN" dirty="0"/>
              <a:t>What is </a:t>
            </a:r>
            <a:r>
              <a:rPr lang="en-US" altLang="zh-CN" dirty="0"/>
              <a:t>SVD?</a:t>
            </a:r>
            <a:endParaRPr lang="en-US" altLang="zh-CN" dirty="0"/>
          </a:p>
        </p:txBody>
      </p:sp>
      <mc:AlternateContent xmlns:mc="http://schemas.openxmlformats.org/markup-compatibility/2006">
        <mc:Choice xmlns:a14="http://schemas.microsoft.com/office/drawing/2010/main" Requires="a14">
          <p:sp>
            <p:nvSpPr>
              <p:cNvPr id="7" name="Content Placeholder 6"/>
              <p:cNvSpPr>
                <a:spLocks noGrp="1"/>
              </p:cNvSpPr>
              <p:nvPr>
                <p:ph sz="quarter" idx="10"/>
              </p:nvPr>
            </p:nvSpPr>
            <p:spPr>
              <a:xfrm>
                <a:off x="586740" y="1167130"/>
                <a:ext cx="11019155" cy="661670"/>
              </a:xfrm>
            </p:spPr>
            <p:txBody>
              <a:bodyPr/>
              <a:lstStyle/>
              <a:p>
                <a:r>
                  <a:rPr lang="en-US" dirty="0"/>
                  <a:t>For any matrix M ∈ R ^ n x m, the following form of singular value decomposition can be found</a:t>
                </a:r>
                <a:r>
                  <a:rPr lang="zh-CN" altLang="en-US">
                    <a:sym typeface="+mn-ea"/>
                  </a:rPr>
                  <a:t>（SVD，Singular Value Decomposition），</a:t>
                </a:r>
                <a14:m>
                  <m:oMath xmlns:m="http://schemas.openxmlformats.org/officeDocument/2006/math">
                    <m:r>
                      <a:rPr lang="en-US" altLang="zh-CN" i="1">
                        <a:latin typeface="DejaVu Math TeX Gyre" panose="02000503000000000000" charset="0"/>
                        <a:cs typeface="DejaVu Math TeX Gyre" panose="02000503000000000000" charset="0"/>
                        <a:sym typeface="+mn-ea"/>
                      </a:rPr>
                      <m:t>𝐴</m:t>
                    </m:r>
                    <m:r>
                      <a:rPr lang="en-US" altLang="zh-CN" i="1">
                        <a:latin typeface="DejaVu Math TeX Gyre" panose="02000503000000000000" charset="0"/>
                        <a:cs typeface="DejaVu Math TeX Gyre" panose="02000503000000000000" charset="0"/>
                        <a:sym typeface="+mn-ea"/>
                      </a:rPr>
                      <m:t>=</m:t>
                    </m:r>
                    <m:sSub>
                      <m:sSubPr>
                        <m:ctrlPr>
                          <a:rPr lang="en-US" altLang="zh-CN" i="1">
                            <a:latin typeface="DejaVu Math TeX Gyre" panose="02000503000000000000" charset="0"/>
                            <a:cs typeface="DejaVu Math TeX Gyre" panose="02000503000000000000" charset="0"/>
                            <a:sym typeface="+mn-ea"/>
                          </a:rPr>
                        </m:ctrlPr>
                      </m:sSubPr>
                      <m:e>
                        <m:r>
                          <a:rPr lang="en-US" altLang="zh-CN" i="1">
                            <a:latin typeface="DejaVu Math TeX Gyre" panose="02000503000000000000" charset="0"/>
                            <a:cs typeface="DejaVu Math TeX Gyre" panose="02000503000000000000" charset="0"/>
                            <a:sym typeface="+mn-ea"/>
                          </a:rPr>
                          <m:t>𝐴</m:t>
                        </m:r>
                      </m:e>
                      <m:sub>
                        <m:r>
                          <a:rPr lang="en-US" altLang="zh-CN" i="1">
                            <a:latin typeface="DejaVu Math TeX Gyre" panose="02000503000000000000" charset="0"/>
                            <a:cs typeface="DejaVu Math TeX Gyre" panose="02000503000000000000" charset="0"/>
                            <a:sym typeface="+mn-ea"/>
                          </a:rPr>
                          <m:t>𝑚𝑥𝑛</m:t>
                        </m:r>
                      </m:sub>
                    </m:sSub>
                  </m:oMath>
                </a14:m>
                <a:r>
                  <a:rPr lang="en-US" dirty="0"/>
                  <a:t>, </a:t>
                </a:r>
                <a14:m>
                  <m:oMath xmlns:m="http://schemas.openxmlformats.org/officeDocument/2006/math">
                    <m:r>
                      <a:rPr lang="en-US" altLang="zh-CN" i="1">
                        <a:latin typeface="DejaVu Math TeX Gyre" panose="02000503000000000000" charset="0"/>
                        <a:cs typeface="DejaVu Math TeX Gyre" panose="02000503000000000000" charset="0"/>
                        <a:sym typeface="+mn-ea"/>
                      </a:rPr>
                      <m:t>𝑟</m:t>
                    </m:r>
                    <m:r>
                      <a:rPr lang="en-US" altLang="zh-CN" i="1">
                        <a:latin typeface="DejaVu Math TeX Gyre" panose="02000503000000000000" charset="0"/>
                        <a:cs typeface="DejaVu Math TeX Gyre" panose="02000503000000000000" charset="0"/>
                        <a:sym typeface="+mn-ea"/>
                      </a:rPr>
                      <m:t> = </m:t>
                    </m:r>
                    <m:r>
                      <a:rPr lang="en-US" altLang="zh-CN" i="1">
                        <a:latin typeface="DejaVu Math TeX Gyre" panose="02000503000000000000" charset="0"/>
                        <a:cs typeface="DejaVu Math TeX Gyre" panose="02000503000000000000" charset="0"/>
                        <a:sym typeface="+mn-ea"/>
                      </a:rPr>
                      <m:t>𝑟𝑎𝑛𝑘</m:t>
                    </m:r>
                    <m:r>
                      <a:rPr lang="en-US" altLang="zh-CN" i="1">
                        <a:latin typeface="DejaVu Math TeX Gyre" panose="02000503000000000000" charset="0"/>
                        <a:cs typeface="DejaVu Math TeX Gyre" panose="02000503000000000000" charset="0"/>
                        <a:sym typeface="+mn-ea"/>
                      </a:rPr>
                      <m:t>(</m:t>
                    </m:r>
                    <m:r>
                      <a:rPr lang="en-US" altLang="zh-CN" i="1">
                        <a:latin typeface="DejaVu Math TeX Gyre" panose="02000503000000000000" charset="0"/>
                        <a:cs typeface="DejaVu Math TeX Gyre" panose="02000503000000000000" charset="0"/>
                        <a:sym typeface="+mn-ea"/>
                      </a:rPr>
                      <m:t>𝐴</m:t>
                    </m:r>
                    <m:r>
                      <a:rPr lang="en-US" altLang="zh-CN" i="1">
                        <a:latin typeface="DejaVu Math TeX Gyre" panose="02000503000000000000" charset="0"/>
                        <a:cs typeface="DejaVu Math TeX Gyre" panose="02000503000000000000" charset="0"/>
                        <a:sym typeface="+mn-ea"/>
                      </a:rPr>
                      <m:t>)&gt;</m:t>
                    </m:r>
                    <m:r>
                      <a:rPr lang="en-US" altLang="zh-CN" i="1">
                        <a:latin typeface="DejaVu Math TeX Gyre" panose="02000503000000000000" charset="0"/>
                        <a:cs typeface="DejaVu Math TeX Gyre" panose="02000503000000000000" charset="0"/>
                        <a:sym typeface="+mn-ea"/>
                      </a:rPr>
                      <m:t>0</m:t>
                    </m:r>
                  </m:oMath>
                </a14:m>
                <a:r>
                  <a:rPr lang="en-US" dirty="0"/>
                  <a:t>,</a:t>
                </a:r>
                <a:endParaRPr lang="en-US" dirty="0"/>
              </a:p>
              <a:p>
                <a:endParaRPr lang="en-US" dirty="0"/>
              </a:p>
            </p:txBody>
          </p:sp>
        </mc:Choice>
        <mc:Fallback>
          <p:sp>
            <p:nvSpPr>
              <p:cNvPr id="7" name="Content Placeholder 6"/>
              <p:cNvSpPr>
                <a:spLocks noRot="1" noChangeAspect="1" noMove="1" noResize="1" noEditPoints="1" noAdjustHandles="1" noChangeArrowheads="1" noChangeShapeType="1" noTextEdit="1"/>
              </p:cNvSpPr>
              <p:nvPr>
                <p:ph sz="quarter" idx="10"/>
              </p:nvPr>
            </p:nvSpPr>
            <p:spPr>
              <a:xfrm>
                <a:off x="586740" y="1167130"/>
                <a:ext cx="11019155" cy="661670"/>
              </a:xfrm>
              <a:blipFill rotWithShape="1">
                <a:blip r:embed="rId1"/>
                <a:stretch>
                  <a:fillRect b="-35893"/>
                </a:stretch>
              </a:blipFill>
            </p:spPr>
            <p:txBody>
              <a:bodyPr/>
              <a:lstStyle/>
              <a:p>
                <a:r>
                  <a:rPr lang="zh-CN" altLang="en-US">
                    <a:noFill/>
                  </a:rPr>
                  <a:t> </a:t>
                </a:r>
              </a:p>
            </p:txBody>
          </p:sp>
        </mc:Fallback>
      </mc:AlternateContent>
      <p:sp>
        <p:nvSpPr>
          <p:cNvPr id="9" name="Rectangle 8"/>
          <p:cNvSpPr/>
          <p:nvPr/>
        </p:nvSpPr>
        <p:spPr bwMode="auto">
          <a:xfrm>
            <a:off x="9513431" y="2668840"/>
            <a:ext cx="621792" cy="438912"/>
          </a:xfrm>
          <a:prstGeom prst="rect">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18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Rectangle 9"/>
          <p:cNvSpPr/>
          <p:nvPr/>
        </p:nvSpPr>
        <p:spPr bwMode="auto">
          <a:xfrm>
            <a:off x="9513431" y="4595176"/>
            <a:ext cx="621792" cy="438912"/>
          </a:xfrm>
          <a:prstGeom prst="rect">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18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p:cNvSpPr/>
          <p:nvPr/>
        </p:nvSpPr>
        <p:spPr bwMode="auto">
          <a:xfrm>
            <a:off x="9513431" y="5202177"/>
            <a:ext cx="621792" cy="438912"/>
          </a:xfrm>
          <a:prstGeom prst="rect">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18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 name="图片 2"/>
          <p:cNvPicPr>
            <a:picLocks noChangeAspect="1"/>
          </p:cNvPicPr>
          <p:nvPr>
            <p:custDataLst>
              <p:tags r:id="rId2"/>
            </p:custDataLst>
          </p:nvPr>
        </p:nvPicPr>
        <p:blipFill>
          <a:blip r:embed="rId3"/>
          <a:stretch>
            <a:fillRect/>
          </a:stretch>
        </p:blipFill>
        <p:spPr>
          <a:xfrm>
            <a:off x="3157220" y="1927225"/>
            <a:ext cx="5876925" cy="1956435"/>
          </a:xfrm>
          <a:prstGeom prst="rect">
            <a:avLst/>
          </a:prstGeom>
        </p:spPr>
      </p:pic>
      <p:sp>
        <p:nvSpPr>
          <p:cNvPr id="4" name="Title 1"/>
          <p:cNvSpPr>
            <a:spLocks noGrp="1"/>
          </p:cNvSpPr>
          <p:nvPr>
            <p:custDataLst>
              <p:tags r:id="rId4"/>
            </p:custDataLst>
          </p:nvPr>
        </p:nvSpPr>
        <p:spPr>
          <a:xfrm>
            <a:off x="588263" y="4540855"/>
            <a:ext cx="11018520" cy="430530"/>
          </a:xfrm>
          <a:prstGeom prst="rect">
            <a:avLst/>
          </a:prstGeom>
        </p:spPr>
        <p:txBody>
          <a:bodyPr vert="horz" wrap="square" lIns="0" tIns="0" rIns="0" bIns="0" rtlCol="0" anchor="t">
            <a:spAutoFit/>
          </a:bodyPr>
          <a:lstStyle>
            <a:lvl1pPr algn="l" defTabSz="932815"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ltLang="zh-CN" dirty="0"/>
              <a:t>What is Cholesky decomposition?</a:t>
            </a:r>
            <a:endParaRPr lang="en-US" altLang="zh-CN" dirty="0"/>
          </a:p>
        </p:txBody>
      </p:sp>
      <p:sp>
        <p:nvSpPr>
          <p:cNvPr id="5" name="Content Placeholder 6"/>
          <p:cNvSpPr>
            <a:spLocks noGrp="1"/>
          </p:cNvSpPr>
          <p:nvPr>
            <p:custDataLst>
              <p:tags r:id="rId5"/>
            </p:custDataLst>
          </p:nvPr>
        </p:nvSpPr>
        <p:spPr>
          <a:xfrm>
            <a:off x="586740" y="5201920"/>
            <a:ext cx="11019155" cy="661670"/>
          </a:xfrm>
          <a:prstGeom prst="rect">
            <a:avLst/>
          </a:prstGeom>
        </p:spPr>
        <p:txBody>
          <a:bodyPr vert="horz" wrap="square" lIns="0" tIns="0" rIns="0" bIns="0" rtlCol="0">
            <a:noAutofit/>
          </a:bodyPr>
          <a:lstStyle>
            <a:lvl1pPr marL="228600" marR="0" indent="-228600" algn="l" defTabSz="932815" rtl="0" eaLnBrk="1" fontAlgn="auto" latinLnBrk="0" hangingPunct="1">
              <a:lnSpc>
                <a:spcPct val="100000"/>
              </a:lnSpc>
              <a:spcBef>
                <a:spcPts val="600"/>
              </a:spcBef>
              <a:spcAft>
                <a:spcPts val="0"/>
              </a:spcAft>
              <a:buClr>
                <a:schemeClr val="accent1"/>
              </a:buClr>
              <a:buSzPct val="90000"/>
              <a:buFont typeface="Arial" panose="020B0704020202020204" pitchFamily="34" charset="0"/>
              <a:buChar char="•"/>
              <a:defRPr sz="1800" kern="1200" spc="0" baseline="0">
                <a:solidFill>
                  <a:schemeClr val="tx1"/>
                </a:solidFill>
                <a:latin typeface="+mn-lt"/>
                <a:ea typeface="+mn-ea"/>
                <a:cs typeface="Segoe UI" pitchFamily="34" charset="0"/>
              </a:defRPr>
            </a:lvl1pPr>
            <a:lvl2pPr marL="457200" marR="0" indent="-228600"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6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2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a:lstStyle>
          <a:p>
            <a:r>
              <a:t>It is a special method for factoring symmetric positive definite matrix A. It decomposes a symmetric positive definite matrix into the product of a lower triangular matrix and its transpose, i.e</a:t>
            </a:r>
          </a:p>
        </p:txBody>
      </p:sp>
      <mc:AlternateContent xmlns:mc="http://schemas.openxmlformats.org/markup-compatibility/2006">
        <mc:Choice xmlns:a14="http://schemas.microsoft.com/office/drawing/2010/main" Requires="a14">
          <p:sp>
            <p:nvSpPr>
              <p:cNvPr id="6" name="文本框 5"/>
              <p:cNvSpPr txBox="1"/>
              <p:nvPr/>
            </p:nvSpPr>
            <p:spPr>
              <a:xfrm>
                <a:off x="1036955" y="3966845"/>
                <a:ext cx="10120630" cy="580390"/>
              </a:xfrm>
              <a:prstGeom prst="rect">
                <a:avLst/>
              </a:prstGeom>
              <a:noFill/>
            </p:spPr>
            <p:txBody>
              <a:bodyPr wrap="square" lIns="0" tIns="0" rIns="0" bIns="0" rtlCol="0">
                <a:spAutoFit/>
              </a:bodyPr>
              <a:p>
                <a:pPr algn="l">
                  <a:buClr>
                    <a:schemeClr val="accent1"/>
                  </a:buClr>
                  <a:buSzPct val="60000"/>
                </a:pPr>
                <a:r>
                  <a:rPr lang="zh-CN" altLang="en-US" sz="1800" dirty="0" err="1" smtClean="0"/>
                  <a:t>P. Q are all orthogonal matrices, and the</a:t>
                </a:r>
                <a:r>
                  <a:rPr lang="en-US" altLang="zh-CN" sz="1800" dirty="0" err="1" smtClean="0"/>
                  <a:t> λ of </a:t>
                </a:r>
                <a14:m>
                  <m:oMath xmlns:m="http://schemas.openxmlformats.org/officeDocument/2006/math">
                    <m:sSup>
                      <m:sSupPr>
                        <m:ctrlPr>
                          <a:rPr lang="en-US" altLang="zh-CN" sz="1800" i="1" dirty="0" err="1" smtClean="0">
                            <a:latin typeface="DejaVu Math TeX Gyre" panose="02000503000000000000" charset="0"/>
                            <a:cs typeface="DejaVu Math TeX Gyre" panose="02000503000000000000" charset="0"/>
                          </a:rPr>
                        </m:ctrlPr>
                      </m:sSupPr>
                      <m:e>
                        <m:r>
                          <a:rPr lang="en-US" altLang="zh-CN" sz="1800" i="1" dirty="0" err="1" smtClean="0">
                            <a:latin typeface="DejaVu Math TeX Gyre" panose="02000503000000000000" charset="0"/>
                            <a:cs typeface="DejaVu Math TeX Gyre" panose="02000503000000000000" charset="0"/>
                          </a:rPr>
                          <m:t>𝐴</m:t>
                        </m:r>
                      </m:e>
                      <m:sup>
                        <m:r>
                          <a:rPr lang="en-US" altLang="zh-CN" sz="1800" i="1" dirty="0" err="1" smtClean="0">
                            <a:latin typeface="DejaVu Math TeX Gyre" panose="02000503000000000000" charset="0"/>
                            <a:cs typeface="DejaVu Math TeX Gyre" panose="02000503000000000000" charset="0"/>
                          </a:rPr>
                          <m:t>𝑇</m:t>
                        </m:r>
                      </m:sup>
                    </m:sSup>
                    <m:r>
                      <a:rPr lang="en-US" altLang="zh-CN" sz="1800" i="1">
                        <a:latin typeface="DejaVu Math TeX Gyre" panose="02000503000000000000" charset="0"/>
                        <a:cs typeface="DejaVu Math TeX Gyre" panose="02000503000000000000" charset="0"/>
                        <a:sym typeface="+mn-ea"/>
                      </a:rPr>
                      <m:t>𝐴</m:t>
                    </m:r>
                  </m:oMath>
                </a14:m>
                <a:r>
                  <a:rPr lang="zh-CN" altLang="en-US" sz="1800" dirty="0" err="1" smtClean="0"/>
                  <a:t> in the diagonal matrix are arranged in descending order</a:t>
                </a:r>
                <a:endParaRPr lang="zh-CN" altLang="en-US" sz="1800" dirty="0" err="1" smtClean="0"/>
              </a:p>
            </p:txBody>
          </p:sp>
        </mc:Choice>
        <mc:Fallback>
          <p:sp>
            <p:nvSpPr>
              <p:cNvPr id="6" name="文本框 5"/>
              <p:cNvSpPr txBox="1">
                <a:spLocks noRot="1" noChangeAspect="1" noMove="1" noResize="1" noEditPoints="1" noAdjustHandles="1" noChangeArrowheads="1" noChangeShapeType="1" noTextEdit="1"/>
              </p:cNvSpPr>
              <p:nvPr/>
            </p:nvSpPr>
            <p:spPr>
              <a:xfrm>
                <a:off x="1036955" y="3966845"/>
                <a:ext cx="10120630" cy="580390"/>
              </a:xfrm>
              <a:prstGeom prst="rect">
                <a:avLst/>
              </a:prstGeom>
              <a:blipFill rotWithShape="1">
                <a:blip r:embed="rId6"/>
                <a:stretch>
                  <a:fillRect/>
                </a:stretch>
              </a:blipFill>
            </p:spPr>
            <p:txBody>
              <a:bodyPr/>
              <a:lstStyle/>
              <a:p>
                <a:r>
                  <a:rPr lang="zh-CN" altLang="en-US">
                    <a:noFill/>
                  </a:rPr>
                  <a:t> </a:t>
                </a:r>
              </a:p>
            </p:txBody>
          </p:sp>
        </mc:Fallback>
      </mc:AlternateContent>
      <p:pic>
        <p:nvPicPr>
          <p:cNvPr id="12" name="图片 11"/>
          <p:cNvPicPr>
            <a:picLocks noChangeAspect="1"/>
          </p:cNvPicPr>
          <p:nvPr>
            <p:custDataLst>
              <p:tags r:id="rId7"/>
            </p:custDataLst>
          </p:nvPr>
        </p:nvPicPr>
        <p:blipFill>
          <a:blip r:embed="rId8"/>
          <a:stretch>
            <a:fillRect/>
          </a:stretch>
        </p:blipFill>
        <p:spPr>
          <a:xfrm>
            <a:off x="4692650" y="5835015"/>
            <a:ext cx="2628900" cy="847725"/>
          </a:xfrm>
          <a:prstGeom prst="rect">
            <a:avLst/>
          </a:prstGeom>
        </p:spPr>
      </p:pic>
      <p:sp>
        <p:nvSpPr>
          <p:cNvPr id="13" name="文本框 12"/>
          <p:cNvSpPr txBox="1"/>
          <p:nvPr/>
        </p:nvSpPr>
        <p:spPr>
          <a:xfrm>
            <a:off x="903605" y="6502400"/>
            <a:ext cx="4064000" cy="276860"/>
          </a:xfrm>
          <a:prstGeom prst="rect">
            <a:avLst/>
          </a:prstGeom>
          <a:noFill/>
        </p:spPr>
        <p:txBody>
          <a:bodyPr wrap="square" lIns="0" tIns="0" rIns="0" bIns="0" rtlCol="0">
            <a:spAutoFit/>
          </a:bodyPr>
          <a:p>
            <a:pPr algn="l">
              <a:buClr>
                <a:schemeClr val="accent1"/>
              </a:buClr>
              <a:buSzPct val="60000"/>
            </a:pPr>
            <a:r>
              <a:rPr lang="zh-CN" altLang="en-US" sz="1800" dirty="0" err="1" smtClean="0"/>
              <a:t>Where L is a lower triangular matrix</a:t>
            </a:r>
            <a:endParaRPr lang="zh-CN" altLang="en-US" sz="1800" dirty="0" err="1" smtClean="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591790"/>
            <a:ext cx="11018520" cy="430530"/>
          </a:xfrm>
        </p:spPr>
        <p:txBody>
          <a:bodyPr/>
          <a:lstStyle/>
          <a:p>
            <a:r>
              <a:rPr lang="en-US" altLang="zh-CN" dirty="0"/>
              <a:t>Previous SVD based compression methods</a:t>
            </a:r>
            <a:endParaRPr lang="en-US" altLang="zh-CN" dirty="0"/>
          </a:p>
        </p:txBody>
      </p:sp>
      <mc:AlternateContent xmlns:mc="http://schemas.openxmlformats.org/markup-compatibility/2006">
        <mc:Choice xmlns:a14="http://schemas.microsoft.com/office/drawing/2010/main" Requires="a14">
          <p:sp>
            <p:nvSpPr>
              <p:cNvPr id="7" name="Content Placeholder 6"/>
              <p:cNvSpPr>
                <a:spLocks noGrp="1"/>
              </p:cNvSpPr>
              <p:nvPr>
                <p:ph sz="quarter" idx="10"/>
              </p:nvPr>
            </p:nvSpPr>
            <p:spPr>
              <a:xfrm>
                <a:off x="586740" y="1167130"/>
                <a:ext cx="11019155" cy="661670"/>
              </a:xfrm>
            </p:spPr>
            <p:txBody>
              <a:bodyPr/>
              <a:lstStyle/>
              <a:p>
                <a:r>
                  <a:rPr lang="en-US">
                    <a:sym typeface="+mn-ea"/>
                  </a:rPr>
                  <a:t>1</a:t>
                </a:r>
                <a:r>
                  <a:rPr lang="zh-CN" altLang="en-US">
                    <a:sym typeface="+mn-ea"/>
                  </a:rPr>
                  <a:t>、</a:t>
                </a:r>
                <a:r>
                  <a:rPr lang="en-US">
                    <a:sym typeface="+mn-ea"/>
                  </a:rPr>
                  <a:t> </a:t>
                </a:r>
                <a:r>
                  <a:rPr>
                    <a:sym typeface="+mn-ea"/>
                  </a:rPr>
                  <a:t>Factorization</a:t>
                </a:r>
                <a:endParaRPr>
                  <a:sym typeface="+mn-ea"/>
                </a:endParaRPr>
              </a:p>
              <a:p>
                <a:pPr lvl="1"/>
                <a:r>
                  <a:t>Factorization of W using SVD</a:t>
                </a:r>
              </a:p>
              <a:p>
                <a:pPr lvl="1"/>
              </a:p>
              <a:p>
                <a:pPr lvl="0"/>
                <a:r>
                  <a:rPr lang="en-US"/>
                  <a:t>2</a:t>
                </a:r>
                <a:r>
                  <a:rPr lang="zh-CN" altLang="en-US"/>
                  <a:t>、</a:t>
                </a:r>
                <a:r>
                  <a:rPr lang="en-US" altLang="zh-CN"/>
                  <a:t>T</a:t>
                </a:r>
                <a:r>
                  <a:rPr lang="zh-CN" altLang="en-US"/>
                  <a:t>runcation</a:t>
                </a:r>
                <a:endParaRPr lang="zh-CN" altLang="en-US"/>
              </a:p>
              <a:p>
                <a:pPr lvl="1"/>
                <a:r>
                  <a:rPr lang="zh-CN" altLang="en-US"/>
                  <a:t>Retain the first k singular values and their corresponding right and left singular vectors. This leads to an approximation matrix </a:t>
                </a:r>
                <a14:m>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r>
                          <a:rPr lang="en-US" altLang="zh-CN" i="1">
                            <a:latin typeface="DejaVu Math TeX Gyre" panose="02000503000000000000" charset="0"/>
                            <a:cs typeface="DejaVu Math TeX Gyre" panose="02000503000000000000" charset="0"/>
                          </a:rPr>
                          <m:t>U</m:t>
                        </m:r>
                      </m:e>
                      <m:sub>
                        <m:r>
                          <a:rPr lang="en-US" altLang="zh-CN" i="1">
                            <a:latin typeface="DejaVu Math TeX Gyre" panose="02000503000000000000" charset="0"/>
                            <a:cs typeface="DejaVu Math TeX Gyre" panose="02000503000000000000" charset="0"/>
                          </a:rPr>
                          <m:t>𝑘</m:t>
                        </m:r>
                      </m:sub>
                    </m:sSub>
                    <m:r>
                      <a:rPr lang="en-US" altLang="zh-CN" i="1">
                        <a:latin typeface="DejaVu Math TeX Gyre" panose="02000503000000000000" charset="0"/>
                        <a:cs typeface="DejaVu Math TeX Gyre" panose="02000503000000000000" charset="0"/>
                      </a:rPr>
                      <m:t>、</m:t>
                    </m:r>
                    <m:nary>
                      <m:naryPr>
                        <m:chr m:val="∑"/>
                        <m:limLoc m:val="undOvr"/>
                        <m:subHide m:val="on"/>
                        <m:supHide m:val="on"/>
                        <m:ctrlPr>
                          <a:rPr lang="en-US" altLang="zh-CN" i="1">
                            <a:latin typeface="DejaVu Math TeX Gyre" panose="02000503000000000000" charset="0"/>
                            <a:cs typeface="DejaVu Math TeX Gyre" panose="02000503000000000000" charset="0"/>
                          </a:rPr>
                        </m:ctrlPr>
                      </m:naryPr>
                      <m:sub/>
                      <m:sup/>
                      <m:e>
                        <m:r>
                          <a:rPr lang="en-US" altLang="zh-CN" i="1">
                            <a:latin typeface="DejaVu Math TeX Gyre" panose="02000503000000000000" charset="0"/>
                            <a:cs typeface="DejaVu Math TeX Gyre" panose="02000503000000000000" charset="0"/>
                          </a:rPr>
                          <m:t>k</m:t>
                        </m:r>
                      </m:e>
                    </m:nary>
                    <m:r>
                      <a:rPr lang="en-US" altLang="zh-CN" i="1">
                        <a:latin typeface="DejaVu Math TeX Gyre" panose="02000503000000000000" charset="0"/>
                        <a:cs typeface="DejaVu Math TeX Gyre" panose="02000503000000000000" charset="0"/>
                      </a:rPr>
                      <m:t>、</m:t>
                    </m:r>
                    <m:sSubSup>
                      <m:sSubSupPr>
                        <m:ctrlPr>
                          <a:rPr lang="en-US" altLang="zh-CN" i="1">
                            <a:latin typeface="DejaVu Math TeX Gyre" panose="02000503000000000000" charset="0"/>
                            <a:cs typeface="DejaVu Math TeX Gyre" panose="02000503000000000000" charset="0"/>
                          </a:rPr>
                        </m:ctrlPr>
                      </m:sSubSupPr>
                      <m:e>
                        <m:r>
                          <a:rPr lang="en-US" altLang="zh-CN" i="1">
                            <a:latin typeface="DejaVu Math TeX Gyre" panose="02000503000000000000" charset="0"/>
                            <a:cs typeface="DejaVu Math TeX Gyre" panose="02000503000000000000" charset="0"/>
                          </a:rPr>
                          <m:t>V</m:t>
                        </m:r>
                      </m:e>
                      <m:sub>
                        <m:r>
                          <a:rPr lang="en-US" altLang="zh-CN" i="1">
                            <a:latin typeface="DejaVu Math TeX Gyre" panose="02000503000000000000" charset="0"/>
                            <a:cs typeface="DejaVu Math TeX Gyre" panose="02000503000000000000" charset="0"/>
                          </a:rPr>
                          <m:t>𝑘</m:t>
                        </m:r>
                      </m:sub>
                      <m:sup>
                        <m:r>
                          <a:rPr lang="en-US" altLang="zh-CN" i="1">
                            <a:latin typeface="DejaVu Math TeX Gyre" panose="02000503000000000000" charset="0"/>
                            <a:cs typeface="DejaVu Math TeX Gyre" panose="02000503000000000000" charset="0"/>
                          </a:rPr>
                          <m:t>𝑇</m:t>
                        </m:r>
                      </m:sup>
                    </m:sSubSup>
                  </m:oMath>
                </a14:m>
                <a:r>
                  <a:rPr lang="en-US" altLang="zh-CN"/>
                  <a:t>, where the right singular vector matrix </a:t>
                </a:r>
                <a14:m>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r>
                          <a:rPr lang="en-US" altLang="zh-CN" i="1">
                            <a:latin typeface="DejaVu Math TeX Gyre" panose="02000503000000000000" charset="0"/>
                            <a:cs typeface="DejaVu Math TeX Gyre" panose="02000503000000000000" charset="0"/>
                          </a:rPr>
                          <m:t>𝑈</m:t>
                        </m:r>
                      </m:e>
                      <m:sub>
                        <m:r>
                          <a:rPr lang="en-US" altLang="zh-CN" i="1">
                            <a:latin typeface="DejaVu Math TeX Gyre" panose="02000503000000000000" charset="0"/>
                            <a:cs typeface="DejaVu Math TeX Gyre" panose="02000503000000000000" charset="0"/>
                          </a:rPr>
                          <m:t>𝑘</m:t>
                        </m:r>
                      </m:sub>
                    </m:sSub>
                  </m:oMath>
                </a14:m>
                <a:r>
                  <a:rPr lang="en-US" altLang="zh-CN"/>
                  <a:t> is m x k, </a:t>
                </a:r>
                <a14:m>
                  <m:oMath xmlns:m="http://schemas.openxmlformats.org/officeDocument/2006/math">
                    <m:sSubSup>
                      <m:sSubSupPr>
                        <m:ctrlPr>
                          <a:rPr lang="en-US" altLang="zh-CN" i="1">
                            <a:latin typeface="DejaVu Math TeX Gyre" panose="02000503000000000000" charset="0"/>
                            <a:cs typeface="DejaVu Math TeX Gyre" panose="02000503000000000000" charset="0"/>
                          </a:rPr>
                        </m:ctrlPr>
                      </m:sSubSupPr>
                      <m:e>
                        <m:r>
                          <a:rPr lang="en-US" altLang="zh-CN" i="1">
                            <a:latin typeface="DejaVu Math TeX Gyre" panose="02000503000000000000" charset="0"/>
                            <a:cs typeface="DejaVu Math TeX Gyre" panose="02000503000000000000" charset="0"/>
                          </a:rPr>
                          <m:t>𝑉</m:t>
                        </m:r>
                      </m:e>
                      <m:sub>
                        <m:r>
                          <a:rPr lang="en-US" altLang="zh-CN" i="1">
                            <a:latin typeface="DejaVu Math TeX Gyre" panose="02000503000000000000" charset="0"/>
                            <a:cs typeface="DejaVu Math TeX Gyre" panose="02000503000000000000" charset="0"/>
                          </a:rPr>
                          <m:t>𝑘</m:t>
                        </m:r>
                      </m:sub>
                      <m:sup>
                        <m:r>
                          <a:rPr lang="en-US" altLang="zh-CN" i="1">
                            <a:latin typeface="DejaVu Math TeX Gyre" panose="02000503000000000000" charset="0"/>
                            <a:cs typeface="DejaVu Math TeX Gyre" panose="02000503000000000000" charset="0"/>
                          </a:rPr>
                          <m:t>𝑇</m:t>
                        </m:r>
                      </m:sup>
                    </m:sSubSup>
                  </m:oMath>
                </a14:m>
                <a:r>
                  <a:rPr lang="en-US" altLang="zh-CN"/>
                  <a:t> is k x n, The choice of k is crucial for balancing the compression ratio and the performance of the compression model.</a:t>
                </a:r>
                <a:endParaRPr lang="en-US" altLang="zh-CN"/>
              </a:p>
              <a:p>
                <a:pPr lvl="1"/>
                <a:endParaRPr lang="en-US" altLang="zh-CN"/>
              </a:p>
              <a:p>
                <a:pPr lvl="0"/>
                <a:r>
                  <a:rPr lang="en-US" altLang="zh-CN"/>
                  <a:t>3</a:t>
                </a:r>
                <a:r>
                  <a:rPr lang="zh-CN" altLang="en-US"/>
                  <a:t>、refactoring</a:t>
                </a:r>
                <a:endParaRPr lang="zh-CN" altLang="en-US"/>
              </a:p>
              <a:p>
                <a:pPr lvl="1"/>
                <a:r>
                  <a:rPr lang="zh-CN" altLang="en-US"/>
                  <a:t>Reconstruct the approximate weight matrix:</a:t>
                </a:r>
                <a:endParaRPr lang="zh-CN" altLang="en-US"/>
              </a:p>
            </p:txBody>
          </p:sp>
        </mc:Choice>
        <mc:Fallback>
          <p:sp>
            <p:nvSpPr>
              <p:cNvPr id="7" name="Content Placeholder 6"/>
              <p:cNvSpPr>
                <a:spLocks noRot="1" noChangeAspect="1" noMove="1" noResize="1" noEditPoints="1" noAdjustHandles="1" noChangeArrowheads="1" noChangeShapeType="1" noTextEdit="1"/>
              </p:cNvSpPr>
              <p:nvPr>
                <p:ph sz="quarter" idx="10"/>
              </p:nvPr>
            </p:nvSpPr>
            <p:spPr>
              <a:xfrm>
                <a:off x="586740" y="1167130"/>
                <a:ext cx="11019155" cy="661670"/>
              </a:xfrm>
              <a:blipFill rotWithShape="1">
                <a:blip r:embed="rId1"/>
                <a:stretch>
                  <a:fillRect b="-338580"/>
                </a:stretch>
              </a:blipFill>
            </p:spPr>
            <p:txBody>
              <a:bodyPr/>
              <a:lstStyle/>
              <a:p>
                <a:r>
                  <a:rPr lang="zh-CN" altLang="en-US">
                    <a:noFill/>
                  </a:rPr>
                  <a:t> </a:t>
                </a:r>
              </a:p>
            </p:txBody>
          </p:sp>
        </mc:Fallback>
      </mc:AlternateContent>
      <p:pic>
        <p:nvPicPr>
          <p:cNvPr id="8" name="图片 7"/>
          <p:cNvPicPr>
            <a:picLocks noChangeAspect="1"/>
          </p:cNvPicPr>
          <p:nvPr>
            <p:custDataLst>
              <p:tags r:id="rId2"/>
            </p:custDataLst>
          </p:nvPr>
        </p:nvPicPr>
        <p:blipFill>
          <a:blip r:embed="rId3"/>
          <a:stretch>
            <a:fillRect/>
          </a:stretch>
        </p:blipFill>
        <p:spPr>
          <a:xfrm>
            <a:off x="4366260" y="4347210"/>
            <a:ext cx="3000375" cy="567690"/>
          </a:xfrm>
          <a:prstGeom prst="rect">
            <a:avLst/>
          </a:prstGeom>
        </p:spPr>
      </p:pic>
      <p:pic>
        <p:nvPicPr>
          <p:cNvPr id="15" name="图片 14"/>
          <p:cNvPicPr>
            <a:picLocks noChangeAspect="1"/>
          </p:cNvPicPr>
          <p:nvPr>
            <p:custDataLst>
              <p:tags r:id="rId4"/>
            </p:custDataLst>
          </p:nvPr>
        </p:nvPicPr>
        <p:blipFill>
          <a:blip r:embed="rId5"/>
          <a:stretch>
            <a:fillRect/>
          </a:stretch>
        </p:blipFill>
        <p:spPr>
          <a:xfrm>
            <a:off x="8727440" y="3429000"/>
            <a:ext cx="2879090" cy="1617980"/>
          </a:xfrm>
          <a:prstGeom prst="rect">
            <a:avLst/>
          </a:prstGeom>
        </p:spPr>
      </p:pic>
      <p:sp>
        <p:nvSpPr>
          <p:cNvPr id="16" name="矩形 15"/>
          <p:cNvSpPr/>
          <p:nvPr/>
        </p:nvSpPr>
        <p:spPr>
          <a:xfrm>
            <a:off x="10203815" y="4250055"/>
            <a:ext cx="1165225" cy="796925"/>
          </a:xfrm>
          <a:prstGeom prst="rect">
            <a:avLst/>
          </a:prstGeom>
          <a:noFill/>
          <a:ln w="38100">
            <a:solidFill>
              <a:schemeClr val="accent5"/>
            </a:solidFill>
            <a:prstDash val="sysDot"/>
            <a:headEnd type="none" w="med" len="med"/>
            <a:tailEnd type="none" w="med" len="med"/>
          </a:ln>
          <a:extLst>
            <a:ext uri="{909E8E84-426E-40DD-AFC4-6F175D3DCCD1}">
              <a14:hiddenFill xmlns:a14="http://schemas.microsoft.com/office/drawing/2010/main">
                <a:solidFill>
                  <a:schemeClr val="accent1"/>
                </a:solidFill>
              </a14:hiddenFill>
            </a:ext>
          </a:extLst>
        </p:spPr>
        <p:style>
          <a:lnRef idx="1">
            <a:schemeClr val="accent2"/>
          </a:lnRef>
          <a:fillRef idx="3">
            <a:schemeClr val="accent2"/>
          </a:fillRef>
          <a:effectRef idx="2">
            <a:schemeClr val="accent2"/>
          </a:effectRef>
          <a:fontRef idx="minor">
            <a:schemeClr val="lt1"/>
          </a:fontRef>
        </p:style>
        <p:txBody>
          <a:bodyPr rot="0" vertOverflow="overflow" horzOverflow="overflow" vert="horz" wrap="square" lIns="182880" tIns="146304" rIns="182880" bIns="146304" numCol="1" spcCol="0" rtlCol="0" fromWordArt="0" anchor="t" anchorCtr="0" forceAA="0" compatLnSpc="1">
            <a:noAutofit/>
          </a:bodyPr>
          <a:p>
            <a:pPr algn="l" defTabSz="932180" fontAlgn="base">
              <a:spcBef>
                <a:spcPct val="0"/>
              </a:spcBef>
              <a:spcAft>
                <a:spcPct val="0"/>
              </a:spcAft>
            </a:pPr>
            <a:endParaRPr lang="zh-CN" altLang="en-US" sz="1800" dirty="0" err="1" smtClean="0">
              <a:gradFill>
                <a:gsLst>
                  <a:gs pos="0">
                    <a:srgbClr val="FFFFFF"/>
                  </a:gs>
                  <a:gs pos="100000">
                    <a:srgbClr val="FFFFFF"/>
                  </a:gs>
                </a:gsLst>
                <a:lin ang="5400000" scaled="0"/>
              </a:gradFill>
              <a:ea typeface="Segoe UI" pitchFamily="34" charset="0"/>
              <a:cs typeface="Segoe UI" pitchFamily="34" charset="0"/>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591790"/>
            <a:ext cx="11018520" cy="430530"/>
          </a:xfrm>
        </p:spPr>
        <p:txBody>
          <a:bodyPr/>
          <a:lstStyle/>
          <a:p>
            <a:r>
              <a:rPr lang="en-US" altLang="zh-CN" dirty="0"/>
              <a:t>Paper sharing</a:t>
            </a:r>
            <a:endParaRPr lang="en-US" altLang="zh-CN" dirty="0"/>
          </a:p>
        </p:txBody>
      </p:sp>
      <p:sp>
        <p:nvSpPr>
          <p:cNvPr id="7" name="Content Placeholder 6"/>
          <p:cNvSpPr>
            <a:spLocks noGrp="1"/>
          </p:cNvSpPr>
          <p:nvPr>
            <p:ph sz="quarter" idx="10"/>
          </p:nvPr>
        </p:nvSpPr>
        <p:spPr>
          <a:xfrm>
            <a:off x="245745" y="3571240"/>
            <a:ext cx="11019155" cy="661670"/>
          </a:xfrm>
        </p:spPr>
        <p:txBody>
          <a:bodyPr/>
          <a:lstStyle/>
          <a:p>
            <a:pPr lvl="1"/>
            <a:r>
              <a:rPr lang="en-US">
                <a:sym typeface="+mn-ea"/>
              </a:rPr>
              <a:t>Motivation</a:t>
            </a:r>
            <a:endParaRPr lang="en-US">
              <a:sym typeface="+mn-ea"/>
            </a:endParaRPr>
          </a:p>
        </p:txBody>
      </p:sp>
      <p:pic>
        <p:nvPicPr>
          <p:cNvPr id="6" name="图片 5"/>
          <p:cNvPicPr>
            <a:picLocks noChangeAspect="1"/>
          </p:cNvPicPr>
          <p:nvPr>
            <p:custDataLst>
              <p:tags r:id="rId1"/>
            </p:custDataLst>
          </p:nvPr>
        </p:nvPicPr>
        <p:blipFill>
          <a:blip r:embed="rId2"/>
          <a:stretch>
            <a:fillRect/>
          </a:stretch>
        </p:blipFill>
        <p:spPr>
          <a:xfrm>
            <a:off x="3597275" y="591820"/>
            <a:ext cx="5829300" cy="2437765"/>
          </a:xfrm>
          <a:prstGeom prst="rect">
            <a:avLst/>
          </a:prstGeom>
        </p:spPr>
      </p:pic>
      <p:pic>
        <p:nvPicPr>
          <p:cNvPr id="9" name="图片 8"/>
          <p:cNvPicPr>
            <a:picLocks noChangeAspect="1"/>
          </p:cNvPicPr>
          <p:nvPr>
            <p:custDataLst>
              <p:tags r:id="rId3"/>
            </p:custDataLst>
          </p:nvPr>
        </p:nvPicPr>
        <p:blipFill>
          <a:blip r:embed="rId4"/>
          <a:stretch>
            <a:fillRect/>
          </a:stretch>
        </p:blipFill>
        <p:spPr>
          <a:xfrm>
            <a:off x="3373755" y="3460115"/>
            <a:ext cx="5447030" cy="3206115"/>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a:xfrm>
            <a:off x="349250" y="756285"/>
            <a:ext cx="11019155" cy="5474970"/>
          </a:xfrm>
        </p:spPr>
        <p:txBody>
          <a:bodyPr/>
          <a:lstStyle/>
          <a:p>
            <a:pPr lvl="1"/>
            <a:r>
              <a:rPr lang="en-US" sz="2400">
                <a:sym typeface="+mn-ea"/>
              </a:rPr>
              <a:t>1</a:t>
            </a:r>
            <a:r>
              <a:rPr lang="zh-CN" altLang="en-US" sz="2400">
                <a:sym typeface="+mn-ea"/>
              </a:rPr>
              <a:t>、Scaling of weight matrix</a:t>
            </a:r>
            <a:endParaRPr lang="zh-CN" altLang="en-US" sz="2400">
              <a:sym typeface="+mn-ea"/>
            </a:endParaRPr>
          </a:p>
          <a:p>
            <a:pPr lvl="2"/>
            <a:r>
              <a:rPr lang="zh-CN" altLang="en-US" sz="1800">
                <a:sym typeface="+mn-ea"/>
              </a:rPr>
              <a:t>The first step involves scaling the weight matrix W through the diagonal matrix S. This matrix S is constructed to represent the influence of input channels on weights, essentially adjusting W to better adapt to the activation mode of input X. The scaled weight matrix is represented as W S, and the equation is represented as</a:t>
            </a:r>
            <a:endParaRPr lang="zh-CN" altLang="en-US" sz="1800">
              <a:sym typeface="+mn-ea"/>
            </a:endParaRPr>
          </a:p>
          <a:p>
            <a:pPr lvl="2"/>
            <a:endParaRPr lang="zh-CN" altLang="en-US" sz="1800">
              <a:sym typeface="+mn-ea"/>
            </a:endParaRPr>
          </a:p>
          <a:p>
            <a:pPr lvl="2"/>
            <a:endParaRPr lang="zh-CN" altLang="en-US" sz="1800">
              <a:sym typeface="+mn-ea"/>
            </a:endParaRPr>
          </a:p>
          <a:p>
            <a:pPr lvl="2"/>
            <a:r>
              <a:rPr lang="zh-CN" altLang="en-US" sz="1800">
                <a:sym typeface="+mn-ea"/>
              </a:rPr>
              <a:t>This scaling step modifies the weight matrix to reflect the different importance of different input channels, making the decomposition more effective and targeted.</a:t>
            </a:r>
            <a:endParaRPr lang="zh-CN" altLang="en-US" sz="1800">
              <a:sym typeface="+mn-ea"/>
            </a:endParaRPr>
          </a:p>
          <a:p>
            <a:pPr lvl="1"/>
            <a:r>
              <a:rPr lang="en-US" altLang="zh-CN" sz="2400">
                <a:sym typeface="+mn-ea"/>
              </a:rPr>
              <a:t>2</a:t>
            </a:r>
            <a:r>
              <a:rPr lang="zh-CN" altLang="en-US" sz="2400">
                <a:sym typeface="+mn-ea"/>
              </a:rPr>
              <a:t>、Setting of matrix S</a:t>
            </a:r>
            <a:endParaRPr lang="zh-CN" altLang="en-US" sz="2400">
              <a:sym typeface="+mn-ea"/>
            </a:endParaRPr>
          </a:p>
          <a:p>
            <a:pPr lvl="2"/>
            <a:r>
              <a:rPr lang="zh-CN" altLang="en-US" sz="1800">
                <a:sym typeface="+mn-ea"/>
              </a:rPr>
              <a:t>S itself reduces Δ Y ， so S  is related to the activation of X and can be expressed by a formula</a:t>
            </a:r>
            <a:endParaRPr lang="zh-CN" altLang="en-US" sz="1800">
              <a:sym typeface="+mn-ea"/>
            </a:endParaRPr>
          </a:p>
          <a:p>
            <a:pPr lvl="2"/>
            <a:endParaRPr lang="zh-CN" altLang="en-US" sz="1800">
              <a:sym typeface="+mn-ea"/>
            </a:endParaRPr>
          </a:p>
          <a:p>
            <a:pPr lvl="2"/>
            <a:endParaRPr lang="zh-CN" altLang="en-US" sz="1800">
              <a:sym typeface="+mn-ea"/>
            </a:endParaRPr>
          </a:p>
          <a:p>
            <a:pPr lvl="2"/>
            <a:endParaRPr lang="zh-CN" altLang="en-US" sz="1800">
              <a:sym typeface="+mn-ea"/>
            </a:endParaRPr>
          </a:p>
          <a:p>
            <a:pPr lvl="2"/>
            <a:endParaRPr lang="zh-CN" altLang="en-US" sz="1800">
              <a:sym typeface="+mn-ea"/>
            </a:endParaRPr>
          </a:p>
          <a:p>
            <a:pPr lvl="2"/>
            <a:r>
              <a:rPr lang="zh-CN" altLang="en-US" sz="1800">
                <a:sym typeface="+mn-ea"/>
              </a:rPr>
              <a:t>In the equation, n s the total number of activations for the i-th channel, and the hyperparameter alpha alpha provides flexibility to adjust the level of activation sensitivity incorporated into scaling</a:t>
            </a:r>
            <a:endParaRPr lang="zh-CN" altLang="en-US" sz="1800">
              <a:sym typeface="+mn-ea"/>
            </a:endParaRPr>
          </a:p>
        </p:txBody>
      </p:sp>
      <p:pic>
        <p:nvPicPr>
          <p:cNvPr id="4" name="图片 3"/>
          <p:cNvPicPr>
            <a:picLocks noChangeAspect="1"/>
          </p:cNvPicPr>
          <p:nvPr>
            <p:custDataLst>
              <p:tags r:id="rId1"/>
            </p:custDataLst>
          </p:nvPr>
        </p:nvPicPr>
        <p:blipFill>
          <a:blip r:embed="rId2"/>
          <a:stretch>
            <a:fillRect/>
          </a:stretch>
        </p:blipFill>
        <p:spPr>
          <a:xfrm>
            <a:off x="4276090" y="2328545"/>
            <a:ext cx="3641090" cy="41465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4643755" y="4292600"/>
            <a:ext cx="2905125" cy="1048385"/>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Content Placeholder 6"/>
              <p:cNvSpPr>
                <a:spLocks noGrp="1"/>
              </p:cNvSpPr>
              <p:nvPr>
                <p:ph sz="quarter" idx="10"/>
              </p:nvPr>
            </p:nvSpPr>
            <p:spPr>
              <a:xfrm>
                <a:off x="349250" y="756285"/>
                <a:ext cx="11019155" cy="3342640"/>
              </a:xfrm>
            </p:spPr>
            <p:txBody>
              <a:bodyPr/>
              <a:lstStyle/>
              <a:p>
                <a:pPr lvl="1"/>
                <a:r>
                  <a:rPr lang="en-US" altLang="zh-CN" sz="2400">
                    <a:sym typeface="+mn-ea"/>
                  </a:rPr>
                  <a:t>3</a:t>
                </a:r>
                <a:r>
                  <a:rPr lang="zh-CN" altLang="en-US" sz="2400">
                    <a:sym typeface="+mn-ea"/>
                  </a:rPr>
                  <a:t>、Perform SVD decomposition on the scaling matrix WS</a:t>
                </a:r>
                <a:endParaRPr lang="zh-CN" altLang="en-US" sz="2400">
                  <a:sym typeface="+mn-ea"/>
                </a:endParaRPr>
              </a:p>
              <a:p>
                <a:pPr lvl="2"/>
                <a:r>
                  <a:rPr lang="zh-CN" altLang="en-US" sz="1800">
                    <a:sym typeface="+mn-ea"/>
                  </a:rPr>
                  <a:t>The equation can be expressed as</a:t>
                </a:r>
                <a:endParaRPr lang="zh-CN" altLang="en-US" sz="1800">
                  <a:sym typeface="+mn-ea"/>
                </a:endParaRPr>
              </a:p>
              <a:p>
                <a:pPr lvl="2"/>
                <a:endParaRPr lang="zh-CN" altLang="en-US" sz="1800">
                  <a:sym typeface="+mn-ea"/>
                </a:endParaRPr>
              </a:p>
              <a:p>
                <a:pPr lvl="2"/>
                <a:endParaRPr lang="zh-CN" altLang="en-US" sz="1800">
                  <a:sym typeface="+mn-ea"/>
                </a:endParaRPr>
              </a:p>
              <a:p>
                <a:pPr lvl="2"/>
                <a:r>
                  <a:rPr lang="zh-CN" altLang="en-US" sz="1800">
                    <a:sym typeface="+mn-ea"/>
                  </a:rPr>
                  <a:t>The most important aspect of preserving the scaled weight matrix. And the less important information that contributes the least to the model output is discarded (the larger one is left behind, the smaller one is ignored) </a:t>
                </a:r>
                <a:endParaRPr lang="zh-CN" altLang="en-US" sz="1800">
                  <a:sym typeface="+mn-ea"/>
                </a:endParaRPr>
              </a:p>
              <a:p>
                <a:pPr lvl="1"/>
                <a:r>
                  <a:rPr lang="en-US" altLang="zh-CN" sz="2400">
                    <a:sym typeface="+mn-ea"/>
                  </a:rPr>
                  <a:t>4</a:t>
                </a:r>
                <a:r>
                  <a:rPr lang="zh-CN" altLang="en-US" sz="2400">
                    <a:sym typeface="+mn-ea"/>
                  </a:rPr>
                  <a:t>、Reconstruct an approximate weight matrix</a:t>
                </a:r>
                <a:endParaRPr lang="zh-CN" altLang="en-US" sz="2400">
                  <a:sym typeface="+mn-ea"/>
                </a:endParaRPr>
              </a:p>
              <a:p>
                <a:pPr lvl="2"/>
                <a:r>
                  <a:rPr lang="zh-CN" altLang="en-US" sz="1800">
                    <a:sym typeface="+mn-ea"/>
                  </a:rPr>
                  <a:t>Multiplying </a:t>
                </a:r>
                <a14:m>
                  <m:oMath xmlns:m="http://schemas.openxmlformats.org/officeDocument/2006/math">
                    <m:sSup>
                      <m:sSupPr>
                        <m:ctrlPr>
                          <a:rPr lang="en-US" altLang="zh-CN" sz="1800" i="1">
                            <a:latin typeface="DejaVu Math TeX Gyre" panose="02000503000000000000" charset="0"/>
                            <a:cs typeface="DejaVu Math TeX Gyre" panose="02000503000000000000" charset="0"/>
                            <a:sym typeface="+mn-ea"/>
                          </a:rPr>
                        </m:ctrlPr>
                      </m:sSupPr>
                      <m:e>
                        <m:sSubSup>
                          <m:sSubSupPr>
                            <m:ctrlPr>
                              <a:rPr lang="en-US" altLang="zh-CN" sz="1800" i="1">
                                <a:latin typeface="DejaVu Math TeX Gyre" panose="02000503000000000000" charset="0"/>
                                <a:cs typeface="DejaVu Math TeX Gyre" panose="02000503000000000000" charset="0"/>
                                <a:sym typeface="+mn-ea"/>
                              </a:rPr>
                            </m:ctrlPr>
                          </m:sSubSupPr>
                          <m:e>
                            <m:r>
                              <a:rPr lang="en-US" altLang="zh-CN" sz="1800" i="1">
                                <a:latin typeface="DejaVu Math TeX Gyre" panose="02000503000000000000" charset="0"/>
                                <a:cs typeface="DejaVu Math TeX Gyre" panose="02000503000000000000" charset="0"/>
                                <a:sym typeface="+mn-ea"/>
                              </a:rPr>
                              <m:t>V</m:t>
                            </m:r>
                          </m:e>
                          <m:sub>
                            <m:r>
                              <a:rPr lang="en-US" altLang="zh-CN" sz="1800" i="1">
                                <a:latin typeface="DejaVu Math TeX Gyre" panose="02000503000000000000" charset="0"/>
                                <a:cs typeface="DejaVu Math TeX Gyre" panose="02000503000000000000" charset="0"/>
                                <a:sym typeface="+mn-ea"/>
                              </a:rPr>
                              <m:t>𝑘</m:t>
                            </m:r>
                          </m:sub>
                          <m:sup>
                            <m:r>
                              <a:rPr lang="en-US" altLang="zh-CN" sz="1800" i="1">
                                <a:latin typeface="DejaVu Math TeX Gyre" panose="02000503000000000000" charset="0"/>
                                <a:cs typeface="DejaVu Math TeX Gyre" panose="02000503000000000000" charset="0"/>
                                <a:sym typeface="+mn-ea"/>
                              </a:rPr>
                              <m:t>’</m:t>
                            </m:r>
                          </m:sup>
                        </m:sSubSup>
                      </m:e>
                      <m:sup>
                        <m:r>
                          <a:rPr lang="en-US" altLang="zh-CN" sz="1800" i="1">
                            <a:latin typeface="DejaVu Math TeX Gyre" panose="02000503000000000000" charset="0"/>
                            <a:cs typeface="DejaVu Math TeX Gyre" panose="02000503000000000000" charset="0"/>
                            <a:sym typeface="+mn-ea"/>
                          </a:rPr>
                          <m:t>𝑇</m:t>
                        </m:r>
                      </m:sup>
                    </m:sSup>
                  </m:oMath>
                </a14:m>
                <a:r>
                  <a:rPr lang="zh-CN" altLang="en-US" sz="1800">
                    <a:sym typeface="+mn-ea"/>
                  </a:rPr>
                  <a:t> by </a:t>
                </a:r>
                <a14:m>
                  <m:oMath xmlns:m="http://schemas.openxmlformats.org/officeDocument/2006/math">
                    <m:sSup>
                      <m:sSupPr>
                        <m:ctrlPr>
                          <a:rPr lang="en-US" altLang="zh-CN" sz="1800" i="1">
                            <a:latin typeface="DejaVu Math TeX Gyre" panose="02000503000000000000" charset="0"/>
                            <a:cs typeface="DejaVu Math TeX Gyre" panose="02000503000000000000" charset="0"/>
                            <a:sym typeface="+mn-ea"/>
                          </a:rPr>
                        </m:ctrlPr>
                      </m:sSupPr>
                      <m:e>
                        <m:r>
                          <a:rPr lang="en-US" altLang="zh-CN" sz="1800" i="1">
                            <a:latin typeface="DejaVu Math TeX Gyre" panose="02000503000000000000" charset="0"/>
                            <a:cs typeface="DejaVu Math TeX Gyre" panose="02000503000000000000" charset="0"/>
                            <a:sym typeface="+mn-ea"/>
                          </a:rPr>
                          <m:t>𝑆</m:t>
                        </m:r>
                      </m:e>
                      <m:sup>
                        <m:r>
                          <a:rPr lang="en-US" altLang="zh-CN" sz="1800" i="1">
                            <a:latin typeface="DejaVu Math TeX Gyre" panose="02000503000000000000" charset="0"/>
                            <a:cs typeface="DejaVu Math TeX Gyre" panose="02000503000000000000" charset="0"/>
                            <a:sym typeface="+mn-ea"/>
                          </a:rPr>
                          <m:t>−</m:t>
                        </m:r>
                        <m:r>
                          <a:rPr lang="en-US" altLang="zh-CN" sz="1800" i="1">
                            <a:latin typeface="DejaVu Math TeX Gyre" panose="02000503000000000000" charset="0"/>
                            <a:cs typeface="DejaVu Math TeX Gyre" panose="02000503000000000000" charset="0"/>
                            <a:sym typeface="+mn-ea"/>
                          </a:rPr>
                          <m:t>1</m:t>
                        </m:r>
                      </m:sup>
                    </m:sSup>
                  </m:oMath>
                </a14:m>
                <a:r>
                  <a:rPr lang="zh-CN" altLang="en-US" sz="1800">
                    <a:sym typeface="+mn-ea"/>
                  </a:rPr>
                  <a:t> yields </a:t>
                </a:r>
                <a14:m>
                  <m:oMath xmlns:m="http://schemas.openxmlformats.org/officeDocument/2006/math">
                    <m:sSup>
                      <m:sSupPr>
                        <m:ctrlPr>
                          <a:rPr lang="en-US" altLang="zh-CN" sz="1800" i="1">
                            <a:latin typeface="DejaVu Math TeX Gyre" panose="02000503000000000000" charset="0"/>
                            <a:cs typeface="DejaVu Math TeX Gyre" panose="02000503000000000000" charset="0"/>
                            <a:sym typeface="+mn-ea"/>
                          </a:rPr>
                        </m:ctrlPr>
                      </m:sSupPr>
                      <m:e>
                        <m:sSubSup>
                          <m:sSubSupPr>
                            <m:ctrlPr>
                              <a:rPr lang="en-US" altLang="zh-CN" sz="1800" i="1">
                                <a:latin typeface="DejaVu Math TeX Gyre" panose="02000503000000000000" charset="0"/>
                                <a:cs typeface="DejaVu Math TeX Gyre" panose="02000503000000000000" charset="0"/>
                                <a:sym typeface="+mn-ea"/>
                              </a:rPr>
                            </m:ctrlPr>
                          </m:sSubSupPr>
                          <m:e>
                            <m:r>
                              <a:rPr lang="en-US" altLang="zh-CN" sz="1800" i="1">
                                <a:latin typeface="DejaVu Math TeX Gyre" panose="02000503000000000000" charset="0"/>
                                <a:cs typeface="DejaVu Math TeX Gyre" panose="02000503000000000000" charset="0"/>
                                <a:sym typeface="+mn-ea"/>
                              </a:rPr>
                              <m:t>𝑉</m:t>
                            </m:r>
                          </m:e>
                          <m:sub>
                            <m:r>
                              <a:rPr lang="en-US" altLang="zh-CN" sz="1800" i="1">
                                <a:latin typeface="DejaVu Math TeX Gyre" panose="02000503000000000000" charset="0"/>
                                <a:cs typeface="DejaVu Math TeX Gyre" panose="02000503000000000000" charset="0"/>
                                <a:sym typeface="+mn-ea"/>
                              </a:rPr>
                              <m:t>𝑘</m:t>
                            </m:r>
                          </m:sub>
                          <m:sup>
                            <m:r>
                              <a:rPr lang="en-US" altLang="zh-CN" sz="1800" i="1">
                                <a:latin typeface="DejaVu Math TeX Gyre" panose="02000503000000000000" charset="0"/>
                                <a:cs typeface="DejaVu Math TeX Gyre" panose="02000503000000000000" charset="0"/>
                                <a:sym typeface="+mn-ea"/>
                              </a:rPr>
                              <m:t>”</m:t>
                            </m:r>
                          </m:sup>
                        </m:sSubSup>
                      </m:e>
                      <m:sup>
                        <m:r>
                          <a:rPr lang="en-US" altLang="zh-CN" sz="1800" i="1">
                            <a:latin typeface="DejaVu Math TeX Gyre" panose="02000503000000000000" charset="0"/>
                            <a:cs typeface="DejaVu Math TeX Gyre" panose="02000503000000000000" charset="0"/>
                            <a:sym typeface="+mn-ea"/>
                          </a:rPr>
                          <m:t>𝑇</m:t>
                        </m:r>
                      </m:sup>
                    </m:sSup>
                    <m:r>
                      <a:rPr lang="en-US" altLang="zh-CN" sz="1800" i="1">
                        <a:latin typeface="DejaVu Math TeX Gyre" panose="02000503000000000000" charset="0"/>
                        <a:cs typeface="DejaVu Math TeX Gyre" panose="02000503000000000000" charset="0"/>
                        <a:sym typeface="+mn-ea"/>
                      </a:rPr>
                      <m:t>=</m:t>
                    </m:r>
                    <m:sSup>
                      <m:sSupPr>
                        <m:ctrlPr>
                          <a:rPr lang="en-US" altLang="zh-CN" sz="1800" i="1">
                            <a:latin typeface="DejaVu Math TeX Gyre" panose="02000503000000000000" charset="0"/>
                            <a:cs typeface="DejaVu Math TeX Gyre" panose="02000503000000000000" charset="0"/>
                            <a:sym typeface="+mn-ea"/>
                          </a:rPr>
                        </m:ctrlPr>
                      </m:sSupPr>
                      <m:e>
                        <m:sSubSup>
                          <m:sSubSupPr>
                            <m:ctrlPr>
                              <a:rPr lang="en-US" altLang="zh-CN" sz="1800" i="1">
                                <a:latin typeface="DejaVu Math TeX Gyre" panose="02000503000000000000" charset="0"/>
                                <a:cs typeface="DejaVu Math TeX Gyre" panose="02000503000000000000" charset="0"/>
                                <a:sym typeface="+mn-ea"/>
                              </a:rPr>
                            </m:ctrlPr>
                          </m:sSubSupPr>
                          <m:e>
                            <m:r>
                              <a:rPr lang="en-US" altLang="zh-CN" sz="1800" i="1">
                                <a:latin typeface="DejaVu Math TeX Gyre" panose="02000503000000000000" charset="0"/>
                                <a:cs typeface="DejaVu Math TeX Gyre" panose="02000503000000000000" charset="0"/>
                                <a:sym typeface="+mn-ea"/>
                              </a:rPr>
                              <m:t>𝑉</m:t>
                            </m:r>
                          </m:e>
                          <m:sub>
                            <m:r>
                              <a:rPr lang="en-US" altLang="zh-CN" sz="1800" i="1">
                                <a:latin typeface="DejaVu Math TeX Gyre" panose="02000503000000000000" charset="0"/>
                                <a:cs typeface="DejaVu Math TeX Gyre" panose="02000503000000000000" charset="0"/>
                                <a:sym typeface="+mn-ea"/>
                              </a:rPr>
                              <m:t>𝑘</m:t>
                            </m:r>
                          </m:sub>
                          <m:sup>
                            <m:r>
                              <a:rPr lang="en-US" altLang="zh-CN" sz="1800" i="1">
                                <a:latin typeface="DejaVu Math TeX Gyre" panose="02000503000000000000" charset="0"/>
                                <a:cs typeface="DejaVu Math TeX Gyre" panose="02000503000000000000" charset="0"/>
                                <a:sym typeface="+mn-ea"/>
                              </a:rPr>
                              <m:t>’</m:t>
                            </m:r>
                          </m:sup>
                        </m:sSubSup>
                      </m:e>
                      <m:sup>
                        <m:r>
                          <a:rPr lang="en-US" altLang="zh-CN" sz="1800" i="1">
                            <a:latin typeface="DejaVu Math TeX Gyre" panose="02000503000000000000" charset="0"/>
                            <a:cs typeface="DejaVu Math TeX Gyre" panose="02000503000000000000" charset="0"/>
                            <a:sym typeface="+mn-ea"/>
                          </a:rPr>
                          <m:t>𝑇</m:t>
                        </m:r>
                      </m:sup>
                    </m:sSup>
                    <m:sSup>
                      <m:sSupPr>
                        <m:ctrlPr>
                          <a:rPr lang="en-US" altLang="zh-CN" sz="1800" i="1">
                            <a:latin typeface="DejaVu Math TeX Gyre" panose="02000503000000000000" charset="0"/>
                            <a:cs typeface="DejaVu Math TeX Gyre" panose="02000503000000000000" charset="0"/>
                            <a:sym typeface="+mn-ea"/>
                          </a:rPr>
                        </m:ctrlPr>
                      </m:sSupPr>
                      <m:e>
                        <m:r>
                          <a:rPr lang="en-US" altLang="zh-CN" sz="1800" i="1">
                            <a:latin typeface="DejaVu Math TeX Gyre" panose="02000503000000000000" charset="0"/>
                            <a:cs typeface="DejaVu Math TeX Gyre" panose="02000503000000000000" charset="0"/>
                            <a:sym typeface="+mn-ea"/>
                          </a:rPr>
                          <m:t>𝑆</m:t>
                        </m:r>
                      </m:e>
                      <m:sup>
                        <m:r>
                          <a:rPr lang="en-US" altLang="zh-CN" sz="1800" i="1">
                            <a:latin typeface="DejaVu Math TeX Gyre" panose="02000503000000000000" charset="0"/>
                            <a:cs typeface="DejaVu Math TeX Gyre" panose="02000503000000000000" charset="0"/>
                            <a:sym typeface="+mn-ea"/>
                          </a:rPr>
                          <m:t>−</m:t>
                        </m:r>
                        <m:r>
                          <a:rPr lang="en-US" altLang="zh-CN" sz="1800" i="1">
                            <a:latin typeface="DejaVu Math TeX Gyre" panose="02000503000000000000" charset="0"/>
                            <a:cs typeface="DejaVu Math TeX Gyre" panose="02000503000000000000" charset="0"/>
                            <a:sym typeface="+mn-ea"/>
                          </a:rPr>
                          <m:t>1</m:t>
                        </m:r>
                      </m:sup>
                    </m:sSup>
                  </m:oMath>
                </a14:m>
                <a:r>
                  <a:rPr lang="zh-CN" altLang="en-US" sz="1800">
                    <a:sym typeface="+mn-ea"/>
                  </a:rPr>
                  <a:t>, and the final approximate weight matrix can be expressed as</a:t>
                </a:r>
                <a:endParaRPr lang="zh-CN" altLang="en-US" sz="1800">
                  <a:sym typeface="+mn-ea"/>
                </a:endParaRPr>
              </a:p>
            </p:txBody>
          </p:sp>
        </mc:Choice>
        <mc:Fallback>
          <p:sp>
            <p:nvSpPr>
              <p:cNvPr id="7" name="Content Placeholder 6"/>
              <p:cNvSpPr>
                <a:spLocks noRot="1" noChangeAspect="1" noMove="1" noResize="1" noEditPoints="1" noAdjustHandles="1" noChangeArrowheads="1" noChangeShapeType="1" noTextEdit="1"/>
              </p:cNvSpPr>
              <p:nvPr>
                <p:ph sz="quarter" idx="10"/>
              </p:nvPr>
            </p:nvSpPr>
            <p:spPr>
              <a:xfrm>
                <a:off x="349250" y="756285"/>
                <a:ext cx="11019155" cy="3342640"/>
              </a:xfrm>
              <a:blipFill rotWithShape="1">
                <a:blip r:embed="rId1"/>
                <a:stretch>
                  <a:fillRect/>
                </a:stretch>
              </a:blipFill>
            </p:spPr>
            <p:txBody>
              <a:bodyPr/>
              <a:lstStyle/>
              <a:p>
                <a:r>
                  <a:rPr lang="zh-CN" altLang="en-US">
                    <a:noFill/>
                  </a:rPr>
                  <a:t> </a:t>
                </a:r>
              </a:p>
            </p:txBody>
          </p:sp>
        </mc:Fallback>
      </mc:AlternateContent>
      <p:pic>
        <p:nvPicPr>
          <p:cNvPr id="2" name="图片 1"/>
          <p:cNvPicPr>
            <a:picLocks noChangeAspect="1"/>
          </p:cNvPicPr>
          <p:nvPr>
            <p:custDataLst>
              <p:tags r:id="rId2"/>
            </p:custDataLst>
          </p:nvPr>
        </p:nvPicPr>
        <p:blipFill>
          <a:blip r:embed="rId3"/>
          <a:stretch>
            <a:fillRect/>
          </a:stretch>
        </p:blipFill>
        <p:spPr>
          <a:xfrm>
            <a:off x="4803775" y="4294505"/>
            <a:ext cx="2584450" cy="570865"/>
          </a:xfrm>
          <a:prstGeom prst="rect">
            <a:avLst/>
          </a:prstGeom>
        </p:spPr>
      </p:pic>
      <p:pic>
        <p:nvPicPr>
          <p:cNvPr id="3" name="图片 2"/>
          <p:cNvPicPr>
            <a:picLocks noChangeAspect="1"/>
          </p:cNvPicPr>
          <p:nvPr>
            <p:custDataLst>
              <p:tags r:id="rId4"/>
            </p:custDataLst>
          </p:nvPr>
        </p:nvPicPr>
        <p:blipFill>
          <a:blip r:embed="rId5"/>
          <a:stretch>
            <a:fillRect/>
          </a:stretch>
        </p:blipFill>
        <p:spPr>
          <a:xfrm>
            <a:off x="4696460" y="1488440"/>
            <a:ext cx="2324100" cy="53340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591790"/>
            <a:ext cx="11018520" cy="430530"/>
          </a:xfrm>
        </p:spPr>
        <p:txBody>
          <a:bodyPr/>
          <a:lstStyle/>
          <a:p>
            <a:r>
              <a:rPr lang="en-US" altLang="zh-CN" dirty="0"/>
              <a:t>Paper sharing</a:t>
            </a:r>
            <a:endParaRPr lang="en-US" altLang="zh-CN" dirty="0"/>
          </a:p>
        </p:txBody>
      </p:sp>
      <p:sp>
        <p:nvSpPr>
          <p:cNvPr id="7" name="Content Placeholder 6"/>
          <p:cNvSpPr>
            <a:spLocks noGrp="1"/>
          </p:cNvSpPr>
          <p:nvPr>
            <p:ph sz="quarter" idx="10"/>
          </p:nvPr>
        </p:nvSpPr>
        <p:spPr>
          <a:xfrm>
            <a:off x="245745" y="3571240"/>
            <a:ext cx="11019155" cy="661670"/>
          </a:xfrm>
        </p:spPr>
        <p:txBody>
          <a:bodyPr/>
          <a:lstStyle/>
          <a:p>
            <a:pPr lvl="1"/>
            <a:r>
              <a:rPr lang="en-US">
                <a:sym typeface="+mn-ea"/>
              </a:rPr>
              <a:t>Motivation</a:t>
            </a:r>
            <a:endParaRPr lang="en-US">
              <a:sym typeface="+mn-ea"/>
            </a:endParaRPr>
          </a:p>
        </p:txBody>
      </p:sp>
      <p:pic>
        <p:nvPicPr>
          <p:cNvPr id="3" name="图片 2"/>
          <p:cNvPicPr>
            <a:picLocks noChangeAspect="1"/>
          </p:cNvPicPr>
          <p:nvPr>
            <p:custDataLst>
              <p:tags r:id="rId1"/>
            </p:custDataLst>
          </p:nvPr>
        </p:nvPicPr>
        <p:blipFill>
          <a:blip r:embed="rId2"/>
          <a:stretch>
            <a:fillRect/>
          </a:stretch>
        </p:blipFill>
        <p:spPr>
          <a:xfrm>
            <a:off x="3621405" y="591820"/>
            <a:ext cx="5541010" cy="2187575"/>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3472180" y="3429000"/>
            <a:ext cx="5467350" cy="3228975"/>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591790"/>
            <a:ext cx="11018520" cy="430530"/>
          </a:xfrm>
        </p:spPr>
        <p:txBody>
          <a:bodyPr/>
          <a:lstStyle/>
          <a:p>
            <a:r>
              <a:rPr lang="en-US" altLang="zh-CN" dirty="0"/>
              <a:t>SVD-LLM</a:t>
            </a:r>
            <a:endParaRPr lang="en-US" altLang="zh-CN" dirty="0"/>
          </a:p>
        </p:txBody>
      </p:sp>
      <mc:AlternateContent xmlns:mc="http://schemas.openxmlformats.org/markup-compatibility/2006">
        <mc:Choice xmlns:a14="http://schemas.microsoft.com/office/drawing/2010/main" Requires="a14">
          <p:sp>
            <p:nvSpPr>
              <p:cNvPr id="7" name="Content Placeholder 6"/>
              <p:cNvSpPr>
                <a:spLocks noGrp="1"/>
              </p:cNvSpPr>
              <p:nvPr>
                <p:ph sz="quarter" idx="10"/>
              </p:nvPr>
            </p:nvSpPr>
            <p:spPr>
              <a:xfrm>
                <a:off x="245745" y="1022350"/>
                <a:ext cx="11019155" cy="3816985"/>
              </a:xfrm>
            </p:spPr>
            <p:txBody>
              <a:bodyPr/>
              <a:lstStyle/>
              <a:p>
                <a:pPr lvl="0"/>
                <a:r>
                  <a:rPr lang="en-US">
                    <a:sym typeface="+mn-ea"/>
                  </a:rPr>
                  <a:t>Optimization objectives</a:t>
                </a:r>
                <a:endParaRPr lang="en-US">
                  <a:sym typeface="+mn-ea"/>
                </a:endParaRPr>
              </a:p>
              <a:p>
                <a:pPr lvl="1"/>
                <a:endParaRPr lang="en-US">
                  <a:sym typeface="+mn-ea"/>
                </a:endParaRPr>
              </a:p>
              <a:p>
                <a:pPr lvl="1"/>
                <a:endParaRPr lang="en-US">
                  <a:sym typeface="+mn-ea"/>
                </a:endParaRPr>
              </a:p>
              <a:p>
                <a:pPr lvl="0"/>
                <a:r>
                  <a:rPr lang="en-US">
                    <a:sym typeface="+mn-ea"/>
                  </a:rPr>
                  <a:t>Data whitening technology with truncation perception</a:t>
                </a:r>
                <a:endParaRPr lang="en-US">
                  <a:sym typeface="+mn-ea"/>
                </a:endParaRPr>
              </a:p>
              <a:p>
                <a:pPr lvl="1"/>
                <a:r>
                  <a:rPr lang="en-US">
                    <a:sym typeface="+mn-ea"/>
                  </a:rPr>
                  <a:t>The key idea of SVD-LM is to incorporate a truncation aware data whitening technique to ensure </a:t>
                </a:r>
                <a:r>
                  <a:rPr lang="en-US">
                    <a:solidFill>
                      <a:srgbClr val="FF0000"/>
                    </a:solidFill>
                    <a:sym typeface="+mn-ea"/>
                  </a:rPr>
                  <a:t>a direct mapping between singular values and compression loss</a:t>
                </a:r>
                <a:r>
                  <a:rPr lang="en-US">
                    <a:sym typeface="+mn-ea"/>
                  </a:rPr>
                  <a:t> (as shown in the rendering where the LOSS value equals truncation). To achieve this, SVD-LM forces whitening activation of </a:t>
                </a:r>
                <a14:m>
                  <m:oMath xmlns:m="http://schemas.openxmlformats.org/officeDocument/2006/math">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cs typeface="DejaVu Math TeX Gyre" panose="02000503000000000000" charset="0"/>
                          </a:rPr>
                          <m:t>𝑆</m:t>
                        </m:r>
                      </m:e>
                      <m:sup>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1</m:t>
                        </m:r>
                      </m:sup>
                    </m:sSup>
                    <m:r>
                      <a:rPr lang="en-US" altLang="zh-CN" i="1">
                        <a:latin typeface="DejaVu Math TeX Gyre" panose="02000503000000000000" charset="0"/>
                        <a:cs typeface="DejaVu Math TeX Gyre" panose="02000503000000000000" charset="0"/>
                      </a:rPr>
                      <m:t>𝑋</m:t>
                    </m:r>
                  </m:oMath>
                </a14:m>
                <a:r>
                  <a:rPr lang="en-US">
                    <a:sym typeface="+mn-ea"/>
                  </a:rPr>
                  <a:t> </a:t>
                </a:r>
                <a:r>
                  <a:rPr lang="en-US">
                    <a:sym typeface="+mn-ea"/>
                  </a:rPr>
                  <a:t>orthogonal, making the chenels in X independent of each other. That is</a:t>
                </a:r>
                <a:endParaRPr lang="en-US">
                  <a:sym typeface="+mn-ea"/>
                </a:endParaRPr>
              </a:p>
              <a:p>
                <a:pPr lvl="1"/>
                <a:endParaRPr lang="zh-CN" altLang="en-US">
                  <a:sym typeface="+mn-ea"/>
                </a:endParaRPr>
              </a:p>
              <a:p>
                <a:pPr lvl="1"/>
                <a:endParaRPr lang="zh-CN" altLang="en-US">
                  <a:sym typeface="+mn-ea"/>
                </a:endParaRPr>
              </a:p>
              <a:p>
                <a:pPr lvl="1"/>
                <a:r>
                  <a:rPr lang="zh-CN" altLang="en-US">
                    <a:sym typeface="+mn-ea"/>
                  </a:rPr>
                  <a:t>Among them, S is derived through Cholesky decomposition, and then SVD decomposition is performed on WS to obtain the decomposed matrices </a:t>
                </a:r>
                <a:r>
                  <a:rPr lang="zh-CN" altLang="en-US">
                    <a:sym typeface="+mn-ea"/>
                  </a:rPr>
                  <a:t>U、Σ、 V</a:t>
                </a:r>
                <a:r>
                  <a:rPr lang="zh-CN" altLang="en-US">
                    <a:sym typeface="+mn-ea"/>
                  </a:rPr>
                  <a:t>. Finally, the minimum singular value in </a:t>
                </a:r>
                <a:r>
                  <a:rPr lang="zh-CN" altLang="en-US">
                    <a:sym typeface="+mn-ea"/>
                  </a:rPr>
                  <a:t>Σ</a:t>
                </a:r>
                <a:r>
                  <a:rPr lang="zh-CN" altLang="en-US">
                    <a:sym typeface="+mn-ea"/>
                  </a:rPr>
                  <a:t> is truncated to obtain the compressed weight matrix</a:t>
                </a:r>
                <a:endParaRPr lang="zh-CN" altLang="en-US">
                  <a:sym typeface="+mn-ea"/>
                </a:endParaRPr>
              </a:p>
            </p:txBody>
          </p:sp>
        </mc:Choice>
        <mc:Fallback>
          <p:sp>
            <p:nvSpPr>
              <p:cNvPr id="7" name="Content Placeholder 6"/>
              <p:cNvSpPr>
                <a:spLocks noRot="1" noChangeAspect="1" noMove="1" noResize="1" noEditPoints="1" noAdjustHandles="1" noChangeArrowheads="1" noChangeShapeType="1" noTextEdit="1"/>
              </p:cNvSpPr>
              <p:nvPr>
                <p:ph sz="quarter" idx="10"/>
              </p:nvPr>
            </p:nvSpPr>
            <p:spPr>
              <a:xfrm>
                <a:off x="245745" y="1022350"/>
                <a:ext cx="11019155" cy="3816985"/>
              </a:xfrm>
              <a:blipFill rotWithShape="1">
                <a:blip r:embed="rId1"/>
                <a:stretch>
                  <a:fillRect/>
                </a:stretch>
              </a:blipFill>
            </p:spPr>
            <p:txBody>
              <a:bodyPr/>
              <a:lstStyle/>
              <a:p>
                <a:r>
                  <a:rPr lang="zh-CN" altLang="en-US">
                    <a:noFill/>
                  </a:rPr>
                  <a:t> </a:t>
                </a:r>
              </a:p>
            </p:txBody>
          </p:sp>
        </mc:Fallback>
      </mc:AlternateContent>
      <p:pic>
        <p:nvPicPr>
          <p:cNvPr id="5" name="图片 4"/>
          <p:cNvPicPr>
            <a:picLocks noChangeAspect="1"/>
          </p:cNvPicPr>
          <p:nvPr>
            <p:custDataLst>
              <p:tags r:id="rId2"/>
            </p:custDataLst>
          </p:nvPr>
        </p:nvPicPr>
        <p:blipFill>
          <a:blip r:embed="rId3"/>
          <a:stretch>
            <a:fillRect/>
          </a:stretch>
        </p:blipFill>
        <p:spPr>
          <a:xfrm>
            <a:off x="3769360" y="1397000"/>
            <a:ext cx="3971925" cy="571500"/>
          </a:xfrm>
          <a:prstGeom prst="rect">
            <a:avLst/>
          </a:prstGeom>
        </p:spPr>
      </p:pic>
      <p:pic>
        <p:nvPicPr>
          <p:cNvPr id="11" name="图片 10"/>
          <p:cNvPicPr>
            <a:picLocks noChangeAspect="1"/>
          </p:cNvPicPr>
          <p:nvPr>
            <p:custDataLst>
              <p:tags r:id="rId4"/>
            </p:custDataLst>
          </p:nvPr>
        </p:nvPicPr>
        <p:blipFill>
          <a:blip r:embed="rId5"/>
          <a:stretch>
            <a:fillRect/>
          </a:stretch>
        </p:blipFill>
        <p:spPr>
          <a:xfrm>
            <a:off x="3630295" y="3286125"/>
            <a:ext cx="4931410" cy="536575"/>
          </a:xfrm>
          <a:prstGeom prst="rect">
            <a:avLst/>
          </a:prstGeom>
        </p:spPr>
      </p:pic>
      <p:pic>
        <p:nvPicPr>
          <p:cNvPr id="13" name="图片 12"/>
          <p:cNvPicPr>
            <a:picLocks noChangeAspect="1"/>
          </p:cNvPicPr>
          <p:nvPr>
            <p:custDataLst>
              <p:tags r:id="rId6"/>
            </p:custDataLst>
          </p:nvPr>
        </p:nvPicPr>
        <p:blipFill>
          <a:blip r:embed="rId7"/>
          <a:stretch>
            <a:fillRect/>
          </a:stretch>
        </p:blipFill>
        <p:spPr>
          <a:xfrm>
            <a:off x="3350260" y="4881880"/>
            <a:ext cx="5487670" cy="572770"/>
          </a:xfrm>
          <a:prstGeom prst="rect">
            <a:avLst/>
          </a:prstGeom>
        </p:spPr>
      </p:pic>
      <p:pic>
        <p:nvPicPr>
          <p:cNvPr id="14" name="图片 13"/>
          <p:cNvPicPr>
            <a:picLocks noChangeAspect="1"/>
          </p:cNvPicPr>
          <p:nvPr>
            <p:custDataLst>
              <p:tags r:id="rId8"/>
            </p:custDataLst>
          </p:nvPr>
        </p:nvPicPr>
        <p:blipFill>
          <a:blip r:embed="rId9"/>
          <a:stretch>
            <a:fillRect/>
          </a:stretch>
        </p:blipFill>
        <p:spPr>
          <a:xfrm>
            <a:off x="7971155" y="56515"/>
            <a:ext cx="4128770" cy="2170430"/>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591790"/>
            <a:ext cx="11018520" cy="430530"/>
          </a:xfrm>
        </p:spPr>
        <p:txBody>
          <a:bodyPr/>
          <a:lstStyle/>
          <a:p>
            <a:r>
              <a:rPr lang="en-US" altLang="zh-CN" dirty="0"/>
              <a:t>SVD-LLM</a:t>
            </a:r>
            <a:endParaRPr lang="en-US" altLang="zh-CN" dirty="0"/>
          </a:p>
        </p:txBody>
      </p:sp>
      <p:sp>
        <p:nvSpPr>
          <p:cNvPr id="3" name="内容占位符 2"/>
          <p:cNvSpPr/>
          <p:nvPr>
            <p:ph sz="quarter" idx="10"/>
          </p:nvPr>
        </p:nvSpPr>
        <p:spPr>
          <a:xfrm>
            <a:off x="584200" y="1120775"/>
            <a:ext cx="11019155" cy="536575"/>
          </a:xfrm>
        </p:spPr>
        <p:txBody>
          <a:bodyPr/>
          <a:p>
            <a:r>
              <a:rPr lang="zh-CN" altLang="en-US" sz="2400" b="1">
                <a:latin typeface="Arial Bold" panose="020B0704020202020204" charset="0"/>
                <a:cs typeface="Arial Bold" panose="020B0704020202020204" charset="0"/>
              </a:rPr>
              <a:t>Theoretical proof</a:t>
            </a:r>
            <a:endParaRPr lang="zh-CN" altLang="en-US" sz="2400" b="1">
              <a:latin typeface="Arial Bold" panose="020B0704020202020204" charset="0"/>
              <a:cs typeface="Arial Bold" panose="020B0704020202020204" charset="0"/>
            </a:endParaRPr>
          </a:p>
        </p:txBody>
      </p:sp>
      <p:pic>
        <p:nvPicPr>
          <p:cNvPr id="4" name="图片 3"/>
          <p:cNvPicPr>
            <a:picLocks noChangeAspect="1"/>
          </p:cNvPicPr>
          <p:nvPr>
            <p:custDataLst>
              <p:tags r:id="rId1"/>
            </p:custDataLst>
          </p:nvPr>
        </p:nvPicPr>
        <p:blipFill>
          <a:blip r:embed="rId2"/>
          <a:stretch>
            <a:fillRect/>
          </a:stretch>
        </p:blipFill>
        <p:spPr>
          <a:xfrm>
            <a:off x="715645" y="2061845"/>
            <a:ext cx="10477500" cy="4333875"/>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591790"/>
            <a:ext cx="11018520" cy="430530"/>
          </a:xfrm>
        </p:spPr>
        <p:txBody>
          <a:bodyPr/>
          <a:lstStyle/>
          <a:p>
            <a:r>
              <a:rPr lang="en-US" altLang="zh-CN" dirty="0"/>
              <a:t>SVD-LLM</a:t>
            </a:r>
            <a:endParaRPr lang="en-US" altLang="zh-CN" dirty="0"/>
          </a:p>
        </p:txBody>
      </p:sp>
      <p:sp>
        <p:nvSpPr>
          <p:cNvPr id="3" name="内容占位符 2"/>
          <p:cNvSpPr/>
          <p:nvPr>
            <p:ph sz="quarter" idx="10"/>
          </p:nvPr>
        </p:nvSpPr>
        <p:spPr>
          <a:xfrm>
            <a:off x="584200" y="1120775"/>
            <a:ext cx="11019155" cy="536575"/>
          </a:xfrm>
        </p:spPr>
        <p:txBody>
          <a:bodyPr/>
          <a:p>
            <a:r>
              <a:rPr lang="zh-CN" altLang="en-US" sz="2400" b="1">
                <a:latin typeface="Arial Bold" panose="020B0704020202020204" charset="0"/>
                <a:cs typeface="Arial Bold" panose="020B0704020202020204" charset="0"/>
              </a:rPr>
              <a:t>Theoretical proof</a:t>
            </a:r>
            <a:endParaRPr lang="zh-CN" altLang="en-US" sz="2400" b="1">
              <a:latin typeface="Arial Bold" panose="020B0704020202020204" charset="0"/>
              <a:cs typeface="Arial Bold" panose="020B0704020202020204" charset="0"/>
            </a:endParaRPr>
          </a:p>
        </p:txBody>
      </p:sp>
      <p:pic>
        <p:nvPicPr>
          <p:cNvPr id="6" name="图片 5"/>
          <p:cNvPicPr>
            <a:picLocks noChangeAspect="1"/>
          </p:cNvPicPr>
          <p:nvPr>
            <p:custDataLst>
              <p:tags r:id="rId1"/>
            </p:custDataLst>
          </p:nvPr>
        </p:nvPicPr>
        <p:blipFill>
          <a:blip r:embed="rId2"/>
          <a:stretch>
            <a:fillRect/>
          </a:stretch>
        </p:blipFill>
        <p:spPr>
          <a:xfrm>
            <a:off x="842645" y="1849120"/>
            <a:ext cx="10506075" cy="2419350"/>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591790"/>
            <a:ext cx="11018520" cy="430530"/>
          </a:xfrm>
        </p:spPr>
        <p:txBody>
          <a:bodyPr/>
          <a:lstStyle/>
          <a:p>
            <a:r>
              <a:rPr lang="en-US" altLang="zh-CN" dirty="0"/>
              <a:t>SVD-LLM</a:t>
            </a:r>
            <a:endParaRPr lang="en-US" altLang="zh-CN" dirty="0"/>
          </a:p>
        </p:txBody>
      </p:sp>
      <p:sp>
        <p:nvSpPr>
          <p:cNvPr id="3" name="内容占位符 2"/>
          <p:cNvSpPr/>
          <p:nvPr>
            <p:ph sz="quarter" idx="10"/>
          </p:nvPr>
        </p:nvSpPr>
        <p:spPr>
          <a:xfrm>
            <a:off x="584200" y="1120775"/>
            <a:ext cx="11019155" cy="536575"/>
          </a:xfrm>
        </p:spPr>
        <p:txBody>
          <a:bodyPr/>
          <a:p>
            <a:r>
              <a:rPr lang="zh-CN" altLang="en-US" sz="2400" b="1">
                <a:latin typeface="Arial Bold" panose="020B0704020202020204" charset="0"/>
                <a:cs typeface="Arial Bold" panose="020B0704020202020204" charset="0"/>
              </a:rPr>
              <a:t>Theoretical proof</a:t>
            </a:r>
            <a:endParaRPr lang="zh-CN" altLang="en-US" sz="2400" b="1">
              <a:latin typeface="Arial Bold" panose="020B0704020202020204" charset="0"/>
              <a:cs typeface="Arial Bold" panose="020B0704020202020204" charset="0"/>
            </a:endParaRPr>
          </a:p>
        </p:txBody>
      </p:sp>
      <p:pic>
        <p:nvPicPr>
          <p:cNvPr id="6" name="图片 5"/>
          <p:cNvPicPr>
            <a:picLocks noChangeAspect="1"/>
          </p:cNvPicPr>
          <p:nvPr>
            <p:custDataLst>
              <p:tags r:id="rId1"/>
            </p:custDataLst>
          </p:nvPr>
        </p:nvPicPr>
        <p:blipFill>
          <a:blip r:embed="rId2"/>
          <a:stretch>
            <a:fillRect/>
          </a:stretch>
        </p:blipFill>
        <p:spPr>
          <a:xfrm>
            <a:off x="694690" y="1858010"/>
            <a:ext cx="10467975" cy="733425"/>
          </a:xfrm>
          <a:prstGeom prst="rect">
            <a:avLst/>
          </a:prstGeom>
        </p:spPr>
      </p:pic>
      <p:pic>
        <p:nvPicPr>
          <p:cNvPr id="9" name="图片 8"/>
          <p:cNvPicPr>
            <a:picLocks noChangeAspect="1"/>
          </p:cNvPicPr>
          <p:nvPr>
            <p:custDataLst>
              <p:tags r:id="rId3"/>
            </p:custDataLst>
          </p:nvPr>
        </p:nvPicPr>
        <p:blipFill>
          <a:blip r:embed="rId4"/>
          <a:stretch>
            <a:fillRect/>
          </a:stretch>
        </p:blipFill>
        <p:spPr>
          <a:xfrm>
            <a:off x="723265" y="3148330"/>
            <a:ext cx="10439400" cy="3114675"/>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53" y="340330"/>
            <a:ext cx="11018520" cy="430530"/>
          </a:xfrm>
        </p:spPr>
        <p:txBody>
          <a:bodyPr/>
          <a:lstStyle/>
          <a:p>
            <a:r>
              <a:rPr lang="en-US" altLang="zh-CN" dirty="0"/>
              <a:t>SVD-LLM</a:t>
            </a:r>
            <a:endParaRPr lang="en-US" altLang="zh-CN" dirty="0"/>
          </a:p>
        </p:txBody>
      </p:sp>
      <p:sp>
        <p:nvSpPr>
          <p:cNvPr id="3" name="内容占位符 2"/>
          <p:cNvSpPr/>
          <p:nvPr>
            <p:ph sz="quarter" idx="10"/>
          </p:nvPr>
        </p:nvSpPr>
        <p:spPr>
          <a:xfrm>
            <a:off x="584200" y="770890"/>
            <a:ext cx="11019155" cy="536575"/>
          </a:xfrm>
        </p:spPr>
        <p:txBody>
          <a:bodyPr/>
          <a:p>
            <a:r>
              <a:rPr lang="zh-CN" altLang="en-US" sz="2400" b="1">
                <a:latin typeface="Arial Bold" panose="020B0704020202020204" charset="0"/>
                <a:cs typeface="Arial Bold" panose="020B0704020202020204" charset="0"/>
              </a:rPr>
              <a:t>experimental result</a:t>
            </a:r>
            <a:endParaRPr lang="zh-CN" altLang="en-US" sz="2400" b="1">
              <a:latin typeface="Arial Bold" panose="020B0704020202020204" charset="0"/>
              <a:cs typeface="Arial Bold" panose="020B0704020202020204" charset="0"/>
            </a:endParaRPr>
          </a:p>
        </p:txBody>
      </p:sp>
      <p:pic>
        <p:nvPicPr>
          <p:cNvPr id="4" name="图片 3"/>
          <p:cNvPicPr>
            <a:picLocks noChangeAspect="1"/>
          </p:cNvPicPr>
          <p:nvPr>
            <p:custDataLst>
              <p:tags r:id="rId1"/>
            </p:custDataLst>
          </p:nvPr>
        </p:nvPicPr>
        <p:blipFill>
          <a:blip r:embed="rId2"/>
          <a:stretch>
            <a:fillRect/>
          </a:stretch>
        </p:blipFill>
        <p:spPr>
          <a:xfrm>
            <a:off x="469900" y="1218565"/>
            <a:ext cx="11430000" cy="5257800"/>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591790"/>
            <a:ext cx="11018520" cy="430530"/>
          </a:xfrm>
        </p:spPr>
        <p:txBody>
          <a:bodyPr/>
          <a:lstStyle/>
          <a:p>
            <a:r>
              <a:rPr lang="en-US" altLang="zh-CN" dirty="0"/>
              <a:t>Paper sharing</a:t>
            </a:r>
            <a:endParaRPr lang="en-US" altLang="zh-CN" dirty="0"/>
          </a:p>
        </p:txBody>
      </p:sp>
      <p:sp>
        <p:nvSpPr>
          <p:cNvPr id="7" name="Content Placeholder 6"/>
          <p:cNvSpPr>
            <a:spLocks noGrp="1"/>
          </p:cNvSpPr>
          <p:nvPr>
            <p:ph sz="quarter" idx="10"/>
          </p:nvPr>
        </p:nvSpPr>
        <p:spPr>
          <a:xfrm>
            <a:off x="245745" y="3882390"/>
            <a:ext cx="11019155" cy="1727835"/>
          </a:xfrm>
        </p:spPr>
        <p:txBody>
          <a:bodyPr/>
          <a:lstStyle/>
          <a:p>
            <a:pPr lvl="0"/>
            <a:r>
              <a:rPr lang="en-US" sz="2400" b="1">
                <a:latin typeface="Arial Bold" panose="020B0704020202020204" charset="0"/>
                <a:cs typeface="Arial Bold" panose="020B0704020202020204" charset="0"/>
                <a:sym typeface="+mn-ea"/>
              </a:rPr>
              <a:t>Motivation</a:t>
            </a:r>
            <a:endParaRPr lang="en-US" sz="2400" b="1">
              <a:latin typeface="Arial Bold" panose="020B0704020202020204" charset="0"/>
              <a:cs typeface="Arial Bold" panose="020B0704020202020204" charset="0"/>
              <a:sym typeface="+mn-ea"/>
            </a:endParaRPr>
          </a:p>
          <a:p>
            <a:pPr lvl="1"/>
            <a:r>
              <a:rPr lang="en-US">
                <a:sym typeface="+mn-ea"/>
              </a:rPr>
              <a:t>EoRA (Training free Eigenspace Low Rank Approximation) is a compensation method that does not require gradient training. It repairs errors in compressed models by performing low rank approximations in the feature space. This means that you don't need to spend a lot of time fine-tuning, but can quickly compensate for compression errors with a small amount of calibration data in a few minutes.</a:t>
            </a:r>
            <a:endParaRPr lang="en-US">
              <a:sym typeface="+mn-ea"/>
            </a:endParaRPr>
          </a:p>
        </p:txBody>
      </p:sp>
      <p:pic>
        <p:nvPicPr>
          <p:cNvPr id="5" name="图片 4"/>
          <p:cNvPicPr>
            <a:picLocks noChangeAspect="1"/>
          </p:cNvPicPr>
          <p:nvPr>
            <p:custDataLst>
              <p:tags r:id="rId1"/>
            </p:custDataLst>
          </p:nvPr>
        </p:nvPicPr>
        <p:blipFill>
          <a:blip r:embed="rId2"/>
          <a:stretch>
            <a:fillRect/>
          </a:stretch>
        </p:blipFill>
        <p:spPr>
          <a:xfrm>
            <a:off x="2595245" y="1075055"/>
            <a:ext cx="8186420" cy="2430145"/>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591790"/>
            <a:ext cx="11018520" cy="430530"/>
          </a:xfrm>
        </p:spPr>
        <p:txBody>
          <a:bodyPr/>
          <a:lstStyle/>
          <a:p>
            <a:r>
              <a:rPr lang="en-US" altLang="zh-CN" dirty="0"/>
              <a:t>E</a:t>
            </a:r>
            <a:r>
              <a:rPr lang="en-US" altLang="zh-CN" dirty="0"/>
              <a:t>oRA</a:t>
            </a:r>
            <a:endParaRPr lang="en-US" altLang="zh-CN" dirty="0"/>
          </a:p>
        </p:txBody>
      </p:sp>
      <p:sp>
        <p:nvSpPr>
          <p:cNvPr id="3" name="内容占位符 2"/>
          <p:cNvSpPr/>
          <p:nvPr>
            <p:ph sz="quarter" idx="10"/>
          </p:nvPr>
        </p:nvSpPr>
        <p:spPr>
          <a:xfrm>
            <a:off x="584200" y="1120775"/>
            <a:ext cx="11019155" cy="536575"/>
          </a:xfrm>
        </p:spPr>
        <p:txBody>
          <a:bodyPr/>
          <a:p>
            <a:r>
              <a:rPr lang="zh-CN" altLang="en-US" sz="2000" b="1">
                <a:latin typeface="Arial Bold" panose="020B0704020202020204" charset="0"/>
                <a:cs typeface="Arial Bold" panose="020B0704020202020204" charset="0"/>
              </a:rPr>
              <a:t>The compression error of each layer is</a:t>
            </a:r>
            <a:endParaRPr lang="zh-CN" altLang="en-US" sz="2000" b="1">
              <a:latin typeface="Arial Bold" panose="020B0704020202020204" charset="0"/>
              <a:cs typeface="Arial Bold" panose="020B0704020202020204" charset="0"/>
            </a:endParaRPr>
          </a:p>
        </p:txBody>
      </p:sp>
      <p:pic>
        <p:nvPicPr>
          <p:cNvPr id="4" name="图片 3"/>
          <p:cNvPicPr>
            <a:picLocks noChangeAspect="1"/>
          </p:cNvPicPr>
          <p:nvPr>
            <p:custDataLst>
              <p:tags r:id="rId1"/>
            </p:custDataLst>
          </p:nvPr>
        </p:nvPicPr>
        <p:blipFill>
          <a:blip r:embed="rId2"/>
          <a:stretch>
            <a:fillRect/>
          </a:stretch>
        </p:blipFill>
        <p:spPr>
          <a:xfrm>
            <a:off x="4543425" y="1489075"/>
            <a:ext cx="2905125" cy="600075"/>
          </a:xfrm>
          <a:prstGeom prst="rect">
            <a:avLst/>
          </a:prstGeom>
        </p:spPr>
      </p:pic>
      <p:sp>
        <p:nvSpPr>
          <p:cNvPr id="5" name="内容占位符 2"/>
          <p:cNvSpPr/>
          <p:nvPr>
            <p:custDataLst>
              <p:tags r:id="rId3"/>
            </p:custDataLst>
          </p:nvPr>
        </p:nvSpPr>
        <p:spPr>
          <a:xfrm>
            <a:off x="588010" y="2255520"/>
            <a:ext cx="11019155" cy="536575"/>
          </a:xfrm>
          <a:prstGeom prst="rect">
            <a:avLst/>
          </a:prstGeom>
        </p:spPr>
        <p:txBody>
          <a:bodyPr vert="horz" wrap="square" lIns="0" tIns="0" rIns="0" bIns="0" rtlCol="0">
            <a:noAutofit/>
          </a:bodyPr>
          <a:lstStyle>
            <a:lvl1pPr marL="228600" marR="0" indent="-228600" algn="l" defTabSz="932815" rtl="0" eaLnBrk="1" fontAlgn="auto" latinLnBrk="0" hangingPunct="1">
              <a:lnSpc>
                <a:spcPct val="100000"/>
              </a:lnSpc>
              <a:spcBef>
                <a:spcPts val="600"/>
              </a:spcBef>
              <a:spcAft>
                <a:spcPts val="0"/>
              </a:spcAft>
              <a:buClr>
                <a:schemeClr val="accent1"/>
              </a:buClr>
              <a:buSzPct val="90000"/>
              <a:buFont typeface="Arial" panose="020B0704020202020204" pitchFamily="34" charset="0"/>
              <a:buChar char="•"/>
              <a:defRPr sz="1800" kern="1200" spc="0" baseline="0">
                <a:solidFill>
                  <a:schemeClr val="tx1"/>
                </a:solidFill>
                <a:latin typeface="+mn-lt"/>
                <a:ea typeface="+mn-ea"/>
                <a:cs typeface="Segoe UI" pitchFamily="34" charset="0"/>
              </a:defRPr>
            </a:lvl1pPr>
            <a:lvl2pPr marL="457200" marR="0" indent="-228600"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6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2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a:lstStyle>
          <a:p>
            <a:r>
              <a:rPr lang="zh-CN" altLang="en-US" sz="2000" b="1">
                <a:latin typeface="Arial Bold" panose="020B0704020202020204" charset="0"/>
                <a:cs typeface="Arial Bold" panose="020B0704020202020204" charset="0"/>
              </a:rPr>
              <a:t>Application of SVD decomposition</a:t>
            </a:r>
            <a:endParaRPr lang="zh-CN" altLang="en-US" sz="2000" b="1">
              <a:latin typeface="Arial Bold" panose="020B0704020202020204" charset="0"/>
              <a:cs typeface="Arial Bold" panose="020B0704020202020204" charset="0"/>
            </a:endParaRPr>
          </a:p>
        </p:txBody>
      </p:sp>
      <p:pic>
        <p:nvPicPr>
          <p:cNvPr id="10" name="图片 9"/>
          <p:cNvPicPr>
            <a:picLocks noChangeAspect="1"/>
          </p:cNvPicPr>
          <p:nvPr>
            <p:custDataLst>
              <p:tags r:id="rId4"/>
            </p:custDataLst>
          </p:nvPr>
        </p:nvPicPr>
        <p:blipFill>
          <a:blip r:embed="rId5"/>
          <a:stretch>
            <a:fillRect/>
          </a:stretch>
        </p:blipFill>
        <p:spPr>
          <a:xfrm>
            <a:off x="3853180" y="2737485"/>
            <a:ext cx="4781550" cy="415925"/>
          </a:xfrm>
          <a:prstGeom prst="rect">
            <a:avLst/>
          </a:prstGeom>
        </p:spPr>
      </p:pic>
      <p:sp>
        <p:nvSpPr>
          <p:cNvPr id="7" name="内容占位符 2"/>
          <p:cNvSpPr/>
          <p:nvPr>
            <p:custDataLst>
              <p:tags r:id="rId6"/>
            </p:custDataLst>
          </p:nvPr>
        </p:nvSpPr>
        <p:spPr>
          <a:xfrm>
            <a:off x="584200" y="3212465"/>
            <a:ext cx="11019155" cy="536575"/>
          </a:xfrm>
          <a:prstGeom prst="rect">
            <a:avLst/>
          </a:prstGeom>
        </p:spPr>
        <p:txBody>
          <a:bodyPr vert="horz" wrap="square" lIns="0" tIns="0" rIns="0" bIns="0" rtlCol="0">
            <a:noAutofit/>
          </a:bodyPr>
          <a:lstStyle>
            <a:lvl1pPr marL="228600" marR="0" indent="-228600" algn="l" defTabSz="932815" rtl="0" eaLnBrk="1" fontAlgn="auto" latinLnBrk="0" hangingPunct="1">
              <a:lnSpc>
                <a:spcPct val="100000"/>
              </a:lnSpc>
              <a:spcBef>
                <a:spcPts val="600"/>
              </a:spcBef>
              <a:spcAft>
                <a:spcPts val="0"/>
              </a:spcAft>
              <a:buClr>
                <a:schemeClr val="accent1"/>
              </a:buClr>
              <a:buSzPct val="90000"/>
              <a:buFont typeface="Arial" panose="020B0704020202020204" pitchFamily="34" charset="0"/>
              <a:buChar char="•"/>
              <a:defRPr sz="1800" kern="1200" spc="0" baseline="0">
                <a:solidFill>
                  <a:schemeClr val="tx1"/>
                </a:solidFill>
                <a:latin typeface="+mn-lt"/>
                <a:ea typeface="+mn-ea"/>
                <a:cs typeface="Segoe UI" pitchFamily="34" charset="0"/>
              </a:defRPr>
            </a:lvl1pPr>
            <a:lvl2pPr marL="457200" marR="0" indent="-228600"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6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2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a:lstStyle>
          <a:p>
            <a:r>
              <a:rPr lang="zh-CN" altLang="en-US" sz="2000" b="1">
                <a:latin typeface="Arial Bold" panose="020B0704020202020204" charset="0"/>
                <a:cs typeface="Arial Bold" panose="020B0704020202020204" charset="0"/>
              </a:rPr>
              <a:t>Re formalize the definition:</a:t>
            </a:r>
            <a:endParaRPr lang="zh-CN" altLang="en-US" sz="2000" b="1">
              <a:latin typeface="Arial Bold" panose="020B0704020202020204" charset="0"/>
              <a:cs typeface="Arial Bold" panose="020B0704020202020204" charset="0"/>
            </a:endParaRPr>
          </a:p>
        </p:txBody>
      </p:sp>
      <p:pic>
        <p:nvPicPr>
          <p:cNvPr id="12" name="图片 11"/>
          <p:cNvPicPr>
            <a:picLocks noChangeAspect="1"/>
          </p:cNvPicPr>
          <p:nvPr>
            <p:custDataLst>
              <p:tags r:id="rId7"/>
            </p:custDataLst>
          </p:nvPr>
        </p:nvPicPr>
        <p:blipFill>
          <a:blip r:embed="rId8"/>
          <a:stretch>
            <a:fillRect/>
          </a:stretch>
        </p:blipFill>
        <p:spPr>
          <a:xfrm>
            <a:off x="3582670" y="3753485"/>
            <a:ext cx="1256030" cy="368300"/>
          </a:xfrm>
          <a:prstGeom prst="rect">
            <a:avLst/>
          </a:prstGeom>
        </p:spPr>
      </p:pic>
      <p:pic>
        <p:nvPicPr>
          <p:cNvPr id="13" name="图片 12"/>
          <p:cNvPicPr>
            <a:picLocks noChangeAspect="1"/>
          </p:cNvPicPr>
          <p:nvPr>
            <p:custDataLst>
              <p:tags r:id="rId9"/>
            </p:custDataLst>
          </p:nvPr>
        </p:nvPicPr>
        <p:blipFill>
          <a:blip r:embed="rId10"/>
          <a:stretch>
            <a:fillRect/>
          </a:stretch>
        </p:blipFill>
        <p:spPr>
          <a:xfrm>
            <a:off x="5344160" y="3716655"/>
            <a:ext cx="2729865" cy="368935"/>
          </a:xfrm>
          <a:prstGeom prst="rect">
            <a:avLst/>
          </a:prstGeom>
        </p:spPr>
      </p:pic>
      <p:sp>
        <p:nvSpPr>
          <p:cNvPr id="8" name="内容占位符 2"/>
          <p:cNvSpPr/>
          <p:nvPr>
            <p:custDataLst>
              <p:tags r:id="rId11"/>
            </p:custDataLst>
          </p:nvPr>
        </p:nvSpPr>
        <p:spPr>
          <a:xfrm>
            <a:off x="588010" y="4233545"/>
            <a:ext cx="11019155" cy="536575"/>
          </a:xfrm>
          <a:prstGeom prst="rect">
            <a:avLst/>
          </a:prstGeom>
        </p:spPr>
        <p:txBody>
          <a:bodyPr vert="horz" wrap="square" lIns="0" tIns="0" rIns="0" bIns="0" rtlCol="0">
            <a:noAutofit/>
          </a:bodyPr>
          <a:lstStyle>
            <a:lvl1pPr marL="228600" marR="0" indent="-228600" algn="l" defTabSz="932815" rtl="0" eaLnBrk="1" fontAlgn="auto" latinLnBrk="0" hangingPunct="1">
              <a:lnSpc>
                <a:spcPct val="100000"/>
              </a:lnSpc>
              <a:spcBef>
                <a:spcPts val="600"/>
              </a:spcBef>
              <a:spcAft>
                <a:spcPts val="0"/>
              </a:spcAft>
              <a:buClr>
                <a:schemeClr val="accent1"/>
              </a:buClr>
              <a:buSzPct val="90000"/>
              <a:buFont typeface="Arial" panose="020B0704020202020204" pitchFamily="34" charset="0"/>
              <a:buChar char="•"/>
              <a:defRPr sz="1800" kern="1200" spc="0" baseline="0">
                <a:solidFill>
                  <a:schemeClr val="tx1"/>
                </a:solidFill>
                <a:latin typeface="+mn-lt"/>
                <a:ea typeface="+mn-ea"/>
                <a:cs typeface="Segoe UI" pitchFamily="34" charset="0"/>
              </a:defRPr>
            </a:lvl1pPr>
            <a:lvl2pPr marL="457200" marR="0" indent="-228600"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6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2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a:lstStyle>
          <a:p>
            <a:r>
              <a:rPr lang="en-US" altLang="zh-CN" sz="2000">
                <a:sym typeface="+mn-ea"/>
              </a:rPr>
              <a:t>E</a:t>
            </a:r>
            <a:r>
              <a:rPr lang="zh-CN" altLang="en-US" sz="2000">
                <a:sym typeface="+mn-ea"/>
              </a:rPr>
              <a:t>rror approximation loss can be formulated as:</a:t>
            </a:r>
            <a:endParaRPr lang="zh-CN" altLang="en-US" sz="2000" b="1">
              <a:latin typeface="Arial Bold" panose="020B0704020202020204" charset="0"/>
              <a:cs typeface="Arial Bold" panose="020B0704020202020204" charset="0"/>
            </a:endParaRPr>
          </a:p>
        </p:txBody>
      </p:sp>
      <p:pic>
        <p:nvPicPr>
          <p:cNvPr id="15" name="图片 14"/>
          <p:cNvPicPr>
            <a:picLocks noChangeAspect="1"/>
          </p:cNvPicPr>
          <p:nvPr>
            <p:custDataLst>
              <p:tags r:id="rId12"/>
            </p:custDataLst>
          </p:nvPr>
        </p:nvPicPr>
        <p:blipFill>
          <a:blip r:embed="rId13"/>
          <a:stretch>
            <a:fillRect/>
          </a:stretch>
        </p:blipFill>
        <p:spPr>
          <a:xfrm>
            <a:off x="4788535" y="4906010"/>
            <a:ext cx="2609850" cy="600075"/>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591790"/>
            <a:ext cx="11018520" cy="430530"/>
          </a:xfrm>
        </p:spPr>
        <p:txBody>
          <a:bodyPr/>
          <a:lstStyle/>
          <a:p>
            <a:r>
              <a:rPr lang="en-US" altLang="zh-CN" dirty="0"/>
              <a:t>E</a:t>
            </a:r>
            <a:r>
              <a:rPr lang="en-US" altLang="zh-CN" dirty="0"/>
              <a:t>oRA</a:t>
            </a:r>
            <a:endParaRPr lang="en-US" altLang="zh-CN" dirty="0"/>
          </a:p>
        </p:txBody>
      </p:sp>
      <p:sp>
        <p:nvSpPr>
          <p:cNvPr id="3" name="内容占位符 2"/>
          <p:cNvSpPr/>
          <p:nvPr>
            <p:ph sz="quarter" idx="10"/>
          </p:nvPr>
        </p:nvSpPr>
        <p:spPr>
          <a:xfrm>
            <a:off x="584200" y="1120775"/>
            <a:ext cx="11019155" cy="536575"/>
          </a:xfrm>
        </p:spPr>
        <p:txBody>
          <a:bodyPr/>
          <a:p>
            <a:r>
              <a:rPr lang="zh-CN" altLang="en-US" sz="2000" b="1">
                <a:latin typeface="Arial Bold" panose="020B0704020202020204" charset="0"/>
                <a:cs typeface="Arial Bold" panose="020B0704020202020204" charset="0"/>
              </a:rPr>
              <a:t>Get the average value of X for all aligned data inputs</a:t>
            </a:r>
            <a:endParaRPr lang="zh-CN" altLang="en-US" sz="2000" b="1">
              <a:latin typeface="Arial Bold" panose="020B0704020202020204" charset="0"/>
              <a:cs typeface="Arial Bold" panose="020B0704020202020204" charset="0"/>
            </a:endParaRPr>
          </a:p>
        </p:txBody>
      </p:sp>
      <p:sp>
        <p:nvSpPr>
          <p:cNvPr id="5" name="内容占位符 2"/>
          <p:cNvSpPr/>
          <p:nvPr>
            <p:custDataLst>
              <p:tags r:id="rId1"/>
            </p:custDataLst>
          </p:nvPr>
        </p:nvSpPr>
        <p:spPr>
          <a:xfrm>
            <a:off x="588010" y="2255520"/>
            <a:ext cx="11019155" cy="536575"/>
          </a:xfrm>
          <a:prstGeom prst="rect">
            <a:avLst/>
          </a:prstGeom>
        </p:spPr>
        <p:txBody>
          <a:bodyPr vert="horz" wrap="square" lIns="0" tIns="0" rIns="0" bIns="0" rtlCol="0">
            <a:noAutofit/>
          </a:bodyPr>
          <a:lstStyle>
            <a:lvl1pPr marL="228600" marR="0" indent="-228600" algn="l" defTabSz="932815" rtl="0" eaLnBrk="1" fontAlgn="auto" latinLnBrk="0" hangingPunct="1">
              <a:lnSpc>
                <a:spcPct val="100000"/>
              </a:lnSpc>
              <a:spcBef>
                <a:spcPts val="600"/>
              </a:spcBef>
              <a:spcAft>
                <a:spcPts val="0"/>
              </a:spcAft>
              <a:buClr>
                <a:schemeClr val="accent1"/>
              </a:buClr>
              <a:buSzPct val="90000"/>
              <a:buFont typeface="Arial" panose="020B0704020202020204" pitchFamily="34" charset="0"/>
              <a:buChar char="•"/>
              <a:defRPr sz="1800" kern="1200" spc="0" baseline="0">
                <a:solidFill>
                  <a:schemeClr val="tx1"/>
                </a:solidFill>
                <a:latin typeface="+mn-lt"/>
                <a:ea typeface="+mn-ea"/>
                <a:cs typeface="Segoe UI" pitchFamily="34" charset="0"/>
              </a:defRPr>
            </a:lvl1pPr>
            <a:lvl2pPr marL="457200" marR="0" indent="-228600"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6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2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a:lstStyle>
          <a:p>
            <a:r>
              <a:rPr lang="zh-CN" altLang="en-US" sz="2000" b="1">
                <a:latin typeface="Arial Bold" panose="020B0704020202020204" charset="0"/>
                <a:cs typeface="Arial Bold" panose="020B0704020202020204" charset="0"/>
              </a:rPr>
              <a:t>factorization</a:t>
            </a:r>
            <a:endParaRPr lang="zh-CN" altLang="en-US" sz="2000" b="1">
              <a:latin typeface="Arial Bold" panose="020B0704020202020204" charset="0"/>
              <a:cs typeface="Arial Bold" panose="020B0704020202020204" charset="0"/>
            </a:endParaRPr>
          </a:p>
        </p:txBody>
      </p:sp>
      <p:sp>
        <p:nvSpPr>
          <p:cNvPr id="7" name="内容占位符 2"/>
          <p:cNvSpPr/>
          <p:nvPr>
            <p:custDataLst>
              <p:tags r:id="rId2"/>
            </p:custDataLst>
          </p:nvPr>
        </p:nvSpPr>
        <p:spPr>
          <a:xfrm>
            <a:off x="584200" y="3212465"/>
            <a:ext cx="11019155" cy="536575"/>
          </a:xfrm>
          <a:prstGeom prst="rect">
            <a:avLst/>
          </a:prstGeom>
        </p:spPr>
        <p:txBody>
          <a:bodyPr vert="horz" wrap="square" lIns="0" tIns="0" rIns="0" bIns="0" rtlCol="0">
            <a:noAutofit/>
          </a:bodyPr>
          <a:lstStyle>
            <a:lvl1pPr marL="228600" marR="0" indent="-228600" algn="l" defTabSz="932815" rtl="0" eaLnBrk="1" fontAlgn="auto" latinLnBrk="0" hangingPunct="1">
              <a:lnSpc>
                <a:spcPct val="100000"/>
              </a:lnSpc>
              <a:spcBef>
                <a:spcPts val="600"/>
              </a:spcBef>
              <a:spcAft>
                <a:spcPts val="0"/>
              </a:spcAft>
              <a:buClr>
                <a:schemeClr val="accent1"/>
              </a:buClr>
              <a:buSzPct val="90000"/>
              <a:buFont typeface="Arial" panose="020B0704020202020204" pitchFamily="34" charset="0"/>
              <a:buChar char="•"/>
              <a:defRPr sz="1800" kern="1200" spc="0" baseline="0">
                <a:solidFill>
                  <a:schemeClr val="tx1"/>
                </a:solidFill>
                <a:latin typeface="+mn-lt"/>
                <a:ea typeface="+mn-ea"/>
                <a:cs typeface="Segoe UI" pitchFamily="34" charset="0"/>
              </a:defRPr>
            </a:lvl1pPr>
            <a:lvl2pPr marL="457200" marR="0" indent="-228600"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6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2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a:lstStyle>
          <a:p>
            <a:r>
              <a:rPr lang="en-US" altLang="zh-CN" sz="2000" b="1">
                <a:latin typeface="Arial Bold" panose="020B0704020202020204" charset="0"/>
                <a:cs typeface="Arial Bold" panose="020B0704020202020204" charset="0"/>
              </a:rPr>
              <a:t>Setting</a:t>
            </a:r>
            <a:r>
              <a:rPr lang="zh-CN" altLang="en-US" sz="2000" b="1">
                <a:latin typeface="Arial Bold" panose="020B0704020202020204" charset="0"/>
                <a:cs typeface="Arial Bold" panose="020B0704020202020204" charset="0"/>
              </a:rPr>
              <a:t>:</a:t>
            </a:r>
            <a:endParaRPr lang="zh-CN" altLang="en-US" sz="2000" b="1">
              <a:latin typeface="Arial Bold" panose="020B0704020202020204" charset="0"/>
              <a:cs typeface="Arial Bold" panose="020B0704020202020204" charset="0"/>
            </a:endParaRPr>
          </a:p>
        </p:txBody>
      </p:sp>
      <p:sp>
        <p:nvSpPr>
          <p:cNvPr id="8" name="内容占位符 2"/>
          <p:cNvSpPr/>
          <p:nvPr>
            <p:custDataLst>
              <p:tags r:id="rId3"/>
            </p:custDataLst>
          </p:nvPr>
        </p:nvSpPr>
        <p:spPr>
          <a:xfrm>
            <a:off x="588010" y="4233545"/>
            <a:ext cx="11019155" cy="536575"/>
          </a:xfrm>
          <a:prstGeom prst="rect">
            <a:avLst/>
          </a:prstGeom>
        </p:spPr>
        <p:txBody>
          <a:bodyPr vert="horz" wrap="square" lIns="0" tIns="0" rIns="0" bIns="0" rtlCol="0">
            <a:noAutofit/>
          </a:bodyPr>
          <a:lstStyle>
            <a:lvl1pPr marL="228600" marR="0" indent="-228600" algn="l" defTabSz="932815" rtl="0" eaLnBrk="1" fontAlgn="auto" latinLnBrk="0" hangingPunct="1">
              <a:lnSpc>
                <a:spcPct val="100000"/>
              </a:lnSpc>
              <a:spcBef>
                <a:spcPts val="600"/>
              </a:spcBef>
              <a:spcAft>
                <a:spcPts val="0"/>
              </a:spcAft>
              <a:buClr>
                <a:schemeClr val="accent1"/>
              </a:buClr>
              <a:buSzPct val="90000"/>
              <a:buFont typeface="Arial" panose="020B0704020202020204" pitchFamily="34" charset="0"/>
              <a:buChar char="•"/>
              <a:defRPr sz="1800" kern="1200" spc="0" baseline="0">
                <a:solidFill>
                  <a:schemeClr val="tx1"/>
                </a:solidFill>
                <a:latin typeface="+mn-lt"/>
                <a:ea typeface="+mn-ea"/>
                <a:cs typeface="Segoe UI" pitchFamily="34" charset="0"/>
              </a:defRPr>
            </a:lvl1pPr>
            <a:lvl2pPr marL="457200" marR="0" indent="-228600"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6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2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a:lstStyle>
          <a:p>
            <a:r>
              <a:rPr lang="en-US" altLang="zh-CN" sz="2000">
                <a:sym typeface="+mn-ea"/>
              </a:rPr>
              <a:t>Make</a:t>
            </a:r>
            <a:endParaRPr lang="en-US" altLang="zh-CN" sz="2000">
              <a:sym typeface="+mn-ea"/>
            </a:endParaRPr>
          </a:p>
        </p:txBody>
      </p:sp>
      <p:pic>
        <p:nvPicPr>
          <p:cNvPr id="6" name="图片 5"/>
          <p:cNvPicPr>
            <a:picLocks noChangeAspect="1"/>
          </p:cNvPicPr>
          <p:nvPr>
            <p:custDataLst>
              <p:tags r:id="rId4"/>
            </p:custDataLst>
          </p:nvPr>
        </p:nvPicPr>
        <p:blipFill>
          <a:blip r:embed="rId5"/>
          <a:stretch>
            <a:fillRect/>
          </a:stretch>
        </p:blipFill>
        <p:spPr>
          <a:xfrm>
            <a:off x="5138420" y="1499870"/>
            <a:ext cx="1918970" cy="555625"/>
          </a:xfrm>
          <a:prstGeom prst="rect">
            <a:avLst/>
          </a:prstGeom>
        </p:spPr>
      </p:pic>
      <p:pic>
        <p:nvPicPr>
          <p:cNvPr id="9" name="图片 8"/>
          <p:cNvPicPr>
            <a:picLocks noChangeAspect="1"/>
          </p:cNvPicPr>
          <p:nvPr>
            <p:custDataLst>
              <p:tags r:id="rId6"/>
            </p:custDataLst>
          </p:nvPr>
        </p:nvPicPr>
        <p:blipFill>
          <a:blip r:embed="rId7"/>
          <a:stretch>
            <a:fillRect/>
          </a:stretch>
        </p:blipFill>
        <p:spPr>
          <a:xfrm>
            <a:off x="3823335" y="2203450"/>
            <a:ext cx="2466975" cy="524510"/>
          </a:xfrm>
          <a:prstGeom prst="rect">
            <a:avLst/>
          </a:prstGeom>
        </p:spPr>
      </p:pic>
      <p:pic>
        <p:nvPicPr>
          <p:cNvPr id="11" name="图片 10"/>
          <p:cNvPicPr>
            <a:picLocks noChangeAspect="1"/>
          </p:cNvPicPr>
          <p:nvPr>
            <p:custDataLst>
              <p:tags r:id="rId8"/>
            </p:custDataLst>
          </p:nvPr>
        </p:nvPicPr>
        <p:blipFill>
          <a:blip r:embed="rId9"/>
          <a:stretch>
            <a:fillRect/>
          </a:stretch>
        </p:blipFill>
        <p:spPr>
          <a:xfrm>
            <a:off x="6906895" y="2269490"/>
            <a:ext cx="1475105" cy="399415"/>
          </a:xfrm>
          <a:prstGeom prst="rect">
            <a:avLst/>
          </a:prstGeom>
        </p:spPr>
      </p:pic>
      <p:pic>
        <p:nvPicPr>
          <p:cNvPr id="16" name="图片 15"/>
          <p:cNvPicPr>
            <a:picLocks noChangeAspect="1"/>
          </p:cNvPicPr>
          <p:nvPr>
            <p:custDataLst>
              <p:tags r:id="rId10"/>
            </p:custDataLst>
          </p:nvPr>
        </p:nvPicPr>
        <p:blipFill>
          <a:blip r:embed="rId11"/>
          <a:stretch>
            <a:fillRect/>
          </a:stretch>
        </p:blipFill>
        <p:spPr>
          <a:xfrm>
            <a:off x="4326255" y="3429000"/>
            <a:ext cx="3703955" cy="695960"/>
          </a:xfrm>
          <a:prstGeom prst="rect">
            <a:avLst/>
          </a:prstGeom>
        </p:spPr>
      </p:pic>
      <p:pic>
        <p:nvPicPr>
          <p:cNvPr id="18" name="图片 17"/>
          <p:cNvPicPr>
            <a:picLocks noChangeAspect="1"/>
          </p:cNvPicPr>
          <p:nvPr>
            <p:custDataLst>
              <p:tags r:id="rId12"/>
            </p:custDataLst>
          </p:nvPr>
        </p:nvPicPr>
        <p:blipFill>
          <a:blip r:embed="rId13"/>
          <a:stretch>
            <a:fillRect/>
          </a:stretch>
        </p:blipFill>
        <p:spPr>
          <a:xfrm>
            <a:off x="3357245" y="4634865"/>
            <a:ext cx="2219325" cy="409575"/>
          </a:xfrm>
          <a:prstGeom prst="rect">
            <a:avLst/>
          </a:prstGeom>
        </p:spPr>
      </p:pic>
      <p:sp>
        <p:nvSpPr>
          <p:cNvPr id="14" name="文本框 13"/>
          <p:cNvSpPr txBox="1"/>
          <p:nvPr/>
        </p:nvSpPr>
        <p:spPr>
          <a:xfrm>
            <a:off x="5776595" y="4678680"/>
            <a:ext cx="2701925" cy="321945"/>
          </a:xfrm>
          <a:prstGeom prst="rect">
            <a:avLst/>
          </a:prstGeom>
          <a:noFill/>
        </p:spPr>
        <p:txBody>
          <a:bodyPr wrap="square" lIns="0" tIns="0" rIns="0" bIns="0" rtlCol="0">
            <a:noAutofit/>
          </a:bodyPr>
          <a:p>
            <a:pPr algn="l">
              <a:buClr>
                <a:schemeClr val="accent1"/>
              </a:buClr>
              <a:buSzPct val="60000"/>
            </a:pPr>
            <a:r>
              <a:rPr lang="zh-CN" altLang="en-US" sz="2000" dirty="0" err="1" smtClean="0"/>
              <a:t>Approximately equal to</a:t>
            </a:r>
            <a:endParaRPr lang="zh-CN" altLang="en-US" sz="2000" dirty="0" err="1" smtClean="0"/>
          </a:p>
        </p:txBody>
      </p:sp>
      <p:pic>
        <p:nvPicPr>
          <p:cNvPr id="20" name="图片 19"/>
          <p:cNvPicPr>
            <a:picLocks noChangeAspect="1"/>
          </p:cNvPicPr>
          <p:nvPr>
            <p:custDataLst>
              <p:tags r:id="rId14"/>
            </p:custDataLst>
          </p:nvPr>
        </p:nvPicPr>
        <p:blipFill>
          <a:blip r:embed="rId15"/>
          <a:stretch>
            <a:fillRect/>
          </a:stretch>
        </p:blipFill>
        <p:spPr>
          <a:xfrm>
            <a:off x="8678545" y="4591050"/>
            <a:ext cx="1247775" cy="409575"/>
          </a:xfrm>
          <a:prstGeom prst="rect">
            <a:avLst/>
          </a:prstGeom>
        </p:spPr>
      </p:pic>
      <p:sp>
        <p:nvSpPr>
          <p:cNvPr id="17" name="内容占位符 2"/>
          <p:cNvSpPr/>
          <p:nvPr>
            <p:custDataLst>
              <p:tags r:id="rId16"/>
            </p:custDataLst>
          </p:nvPr>
        </p:nvSpPr>
        <p:spPr>
          <a:xfrm>
            <a:off x="588010" y="5132705"/>
            <a:ext cx="11019155" cy="536575"/>
          </a:xfrm>
          <a:prstGeom prst="rect">
            <a:avLst/>
          </a:prstGeom>
        </p:spPr>
        <p:txBody>
          <a:bodyPr vert="horz" wrap="square" lIns="0" tIns="0" rIns="0" bIns="0" rtlCol="0">
            <a:noAutofit/>
          </a:bodyPr>
          <a:lstStyle>
            <a:lvl1pPr marL="228600" marR="0" indent="-228600" algn="l" defTabSz="932815" rtl="0" eaLnBrk="1" fontAlgn="auto" latinLnBrk="0" hangingPunct="1">
              <a:lnSpc>
                <a:spcPct val="100000"/>
              </a:lnSpc>
              <a:spcBef>
                <a:spcPts val="600"/>
              </a:spcBef>
              <a:spcAft>
                <a:spcPts val="0"/>
              </a:spcAft>
              <a:buClr>
                <a:schemeClr val="accent1"/>
              </a:buClr>
              <a:buSzPct val="90000"/>
              <a:buFont typeface="Arial" panose="020B0704020202020204" pitchFamily="34" charset="0"/>
              <a:buChar char="•"/>
              <a:defRPr sz="1800" kern="1200" spc="0" baseline="0">
                <a:solidFill>
                  <a:schemeClr val="tx1"/>
                </a:solidFill>
                <a:latin typeface="+mn-lt"/>
                <a:ea typeface="+mn-ea"/>
                <a:cs typeface="Segoe UI" pitchFamily="34" charset="0"/>
              </a:defRPr>
            </a:lvl1pPr>
            <a:lvl2pPr marL="457200" marR="0" indent="-228600"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6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2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a:lstStyle>
          <a:p>
            <a:r>
              <a:rPr lang="en-US" altLang="zh-CN" sz="2000">
                <a:sym typeface="+mn-ea"/>
              </a:rPr>
              <a:t>And</a:t>
            </a:r>
            <a:endParaRPr lang="en-US" altLang="zh-CN" sz="2000">
              <a:sym typeface="+mn-ea"/>
            </a:endParaRPr>
          </a:p>
        </p:txBody>
      </p:sp>
      <p:pic>
        <p:nvPicPr>
          <p:cNvPr id="22" name="图片 21"/>
          <p:cNvPicPr>
            <a:picLocks noChangeAspect="1"/>
          </p:cNvPicPr>
          <p:nvPr>
            <p:custDataLst>
              <p:tags r:id="rId17"/>
            </p:custDataLst>
          </p:nvPr>
        </p:nvPicPr>
        <p:blipFill>
          <a:blip r:embed="rId18"/>
          <a:stretch>
            <a:fillRect/>
          </a:stretch>
        </p:blipFill>
        <p:spPr>
          <a:xfrm>
            <a:off x="5138420" y="5391150"/>
            <a:ext cx="1495425" cy="352425"/>
          </a:xfrm>
          <a:prstGeom prst="rect">
            <a:avLst/>
          </a:prstGeom>
        </p:spPr>
      </p:pic>
      <p:sp>
        <p:nvSpPr>
          <p:cNvPr id="19" name="内容占位符 2"/>
          <p:cNvSpPr/>
          <p:nvPr>
            <p:custDataLst>
              <p:tags r:id="rId19"/>
            </p:custDataLst>
          </p:nvPr>
        </p:nvSpPr>
        <p:spPr>
          <a:xfrm>
            <a:off x="588010" y="5793105"/>
            <a:ext cx="11019155" cy="536575"/>
          </a:xfrm>
          <a:prstGeom prst="rect">
            <a:avLst/>
          </a:prstGeom>
        </p:spPr>
        <p:txBody>
          <a:bodyPr vert="horz" wrap="square" lIns="0" tIns="0" rIns="0" bIns="0" rtlCol="0">
            <a:noAutofit/>
          </a:bodyPr>
          <a:lstStyle>
            <a:lvl1pPr marL="228600" marR="0" indent="-228600" algn="l" defTabSz="932815" rtl="0" eaLnBrk="1" fontAlgn="auto" latinLnBrk="0" hangingPunct="1">
              <a:lnSpc>
                <a:spcPct val="100000"/>
              </a:lnSpc>
              <a:spcBef>
                <a:spcPts val="600"/>
              </a:spcBef>
              <a:spcAft>
                <a:spcPts val="0"/>
              </a:spcAft>
              <a:buClr>
                <a:schemeClr val="accent1"/>
              </a:buClr>
              <a:buSzPct val="90000"/>
              <a:buFont typeface="Arial" panose="020B0704020202020204" pitchFamily="34" charset="0"/>
              <a:buChar char="•"/>
              <a:defRPr sz="1800" kern="1200" spc="0" baseline="0">
                <a:solidFill>
                  <a:schemeClr val="tx1"/>
                </a:solidFill>
                <a:latin typeface="+mn-lt"/>
                <a:ea typeface="+mn-ea"/>
                <a:cs typeface="Segoe UI" pitchFamily="34" charset="0"/>
              </a:defRPr>
            </a:lvl1pPr>
            <a:lvl2pPr marL="457200" marR="0" indent="-228600"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6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2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ts val="300"/>
              </a:spcBef>
              <a:spcAft>
                <a:spcPts val="0"/>
              </a:spcAft>
              <a:buClr>
                <a:schemeClr val="accent1"/>
              </a:buClr>
              <a:buSzPct val="90000"/>
              <a:buFont typeface="Arial" panose="020B0704020202020204" pitchFamily="34" charset="0"/>
              <a:buChar char="•"/>
              <a:defRPr sz="11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a:lstStyle>
          <a:p>
            <a:r>
              <a:rPr lang="en-US" altLang="zh-CN" sz="2000">
                <a:sym typeface="+mn-ea"/>
              </a:rPr>
              <a:t>The weight in the final forward reasoning is</a:t>
            </a:r>
            <a:endParaRPr lang="en-US" altLang="zh-CN" sz="2000">
              <a:sym typeface="+mn-ea"/>
            </a:endParaRPr>
          </a:p>
        </p:txBody>
      </p:sp>
      <p:pic>
        <p:nvPicPr>
          <p:cNvPr id="24" name="图片 23"/>
          <p:cNvPicPr>
            <a:picLocks noChangeAspect="1"/>
          </p:cNvPicPr>
          <p:nvPr>
            <p:custDataLst>
              <p:tags r:id="rId20"/>
            </p:custDataLst>
          </p:nvPr>
        </p:nvPicPr>
        <p:blipFill>
          <a:blip r:embed="rId21"/>
          <a:stretch>
            <a:fillRect/>
          </a:stretch>
        </p:blipFill>
        <p:spPr>
          <a:xfrm>
            <a:off x="4974590" y="6163945"/>
            <a:ext cx="2082800" cy="520700"/>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53" y="340330"/>
            <a:ext cx="11018520" cy="430530"/>
          </a:xfrm>
        </p:spPr>
        <p:txBody>
          <a:bodyPr/>
          <a:lstStyle/>
          <a:p>
            <a:r>
              <a:rPr lang="en-US" altLang="zh-CN" dirty="0"/>
              <a:t>SVD-LLM</a:t>
            </a:r>
            <a:endParaRPr lang="en-US" altLang="zh-CN" dirty="0"/>
          </a:p>
        </p:txBody>
      </p:sp>
      <p:sp>
        <p:nvSpPr>
          <p:cNvPr id="3" name="内容占位符 2"/>
          <p:cNvSpPr/>
          <p:nvPr>
            <p:ph sz="quarter" idx="10"/>
          </p:nvPr>
        </p:nvSpPr>
        <p:spPr>
          <a:xfrm>
            <a:off x="584200" y="770890"/>
            <a:ext cx="11019155" cy="536575"/>
          </a:xfrm>
        </p:spPr>
        <p:txBody>
          <a:bodyPr/>
          <a:p>
            <a:r>
              <a:rPr lang="zh-CN" altLang="en-US" sz="2400" b="1">
                <a:latin typeface="Arial Bold" panose="020B0704020202020204" charset="0"/>
                <a:cs typeface="Arial Bold" panose="020B0704020202020204" charset="0"/>
              </a:rPr>
              <a:t>experimental result</a:t>
            </a:r>
            <a:endParaRPr lang="zh-CN" altLang="en-US" sz="2400" b="1">
              <a:latin typeface="Arial Bold" panose="020B0704020202020204" charset="0"/>
              <a:cs typeface="Arial Bold" panose="020B0704020202020204" charset="0"/>
            </a:endParaRPr>
          </a:p>
        </p:txBody>
      </p:sp>
      <p:pic>
        <p:nvPicPr>
          <p:cNvPr id="5" name="图片 4"/>
          <p:cNvPicPr>
            <a:picLocks noChangeAspect="1"/>
          </p:cNvPicPr>
          <p:nvPr>
            <p:custDataLst>
              <p:tags r:id="rId1"/>
            </p:custDataLst>
          </p:nvPr>
        </p:nvPicPr>
        <p:blipFill>
          <a:blip r:embed="rId2"/>
          <a:stretch>
            <a:fillRect/>
          </a:stretch>
        </p:blipFill>
        <p:spPr>
          <a:xfrm>
            <a:off x="2493645" y="1114425"/>
            <a:ext cx="7205345" cy="5655310"/>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fade/>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heme/theme1.xml><?xml version="1.0" encoding="utf-8"?>
<a:theme xmlns:a="http://schemas.openxmlformats.org/drawingml/2006/main" name="AMD Corporate Template_Dark">
  <a:themeElements>
    <a:clrScheme name="AMD Palette">
      <a:dk1>
        <a:srgbClr val="000000"/>
      </a:dk1>
      <a:lt1>
        <a:srgbClr val="FFFFFF"/>
      </a:lt1>
      <a:dk2>
        <a:srgbClr val="5E5E5E"/>
      </a:dk2>
      <a:lt2>
        <a:srgbClr val="9D9FA2"/>
      </a:lt2>
      <a:accent1>
        <a:srgbClr val="636466"/>
      </a:accent1>
      <a:accent2>
        <a:srgbClr val="9D9FA2"/>
      </a:accent2>
      <a:accent3>
        <a:srgbClr val="C1A968"/>
      </a:accent3>
      <a:accent4>
        <a:srgbClr val="F26522"/>
      </a:accent4>
      <a:accent5>
        <a:srgbClr val="ED1C24"/>
      </a:accent5>
      <a:accent6>
        <a:srgbClr val="007C97"/>
      </a:accent6>
      <a:hlink>
        <a:srgbClr val="D5D5D5"/>
      </a:hlink>
      <a:folHlink>
        <a:srgbClr val="A9A9A9"/>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err="1"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16x9 Presentation - Corporate White Background - 2024 update</Template>
  <TotalTime>0</TotalTime>
  <Words>4016</Words>
  <Application>WPS 演示</Application>
  <PresentationFormat>Widescreen</PresentationFormat>
  <Paragraphs>120</Paragraphs>
  <Slides>17</Slides>
  <Notes>7</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17</vt:i4>
      </vt:variant>
    </vt:vector>
  </HeadingPairs>
  <TitlesOfParts>
    <vt:vector size="41" baseType="lpstr">
      <vt:lpstr>Arial</vt:lpstr>
      <vt:lpstr>宋体</vt:lpstr>
      <vt:lpstr>Wingdings</vt:lpstr>
      <vt:lpstr>Segoe UI</vt:lpstr>
      <vt:lpstr>苹方-简</vt:lpstr>
      <vt:lpstr>Arial</vt:lpstr>
      <vt:lpstr>Consolas</vt:lpstr>
      <vt:lpstr>Segoe UI</vt:lpstr>
      <vt:lpstr>Thonburi</vt:lpstr>
      <vt:lpstr>Cambria Math</vt:lpstr>
      <vt:lpstr>Kingsoft Math</vt:lpstr>
      <vt:lpstr>DejaVu Math TeX Gyre</vt:lpstr>
      <vt:lpstr>微软雅黑</vt:lpstr>
      <vt:lpstr>汉仪旗黑</vt:lpstr>
      <vt:lpstr>宋体</vt:lpstr>
      <vt:lpstr>Arial Unicode MS</vt:lpstr>
      <vt:lpstr>汉仪书宋二KW</vt:lpstr>
      <vt:lpstr>Calibri</vt:lpstr>
      <vt:lpstr>Helvetica Neue</vt:lpstr>
      <vt:lpstr>宋体-简</vt:lpstr>
      <vt:lpstr>黑体</vt:lpstr>
      <vt:lpstr>汉仪中黑KW</vt:lpstr>
      <vt:lpstr>Arial Bold</vt:lpstr>
      <vt:lpstr>AMD Corporate Template_Dark</vt:lpstr>
      <vt:lpstr>Q-Sparse: All Large Language Models can be Fully Sparsely-Activated</vt:lpstr>
      <vt:lpstr>What is SVD</vt:lpstr>
      <vt:lpstr>What is SVD?</vt:lpstr>
      <vt:lpstr>Previous SVD based compression methods</vt:lpstr>
      <vt:lpstr>Paper sharing</vt:lpstr>
      <vt:lpstr>PowerPoint 演示文稿</vt:lpstr>
      <vt:lpstr>Paper sharing</vt:lpstr>
      <vt:lpstr>Paper sharing</vt:lpstr>
      <vt:lpstr>SVD-LLM</vt:lpstr>
      <vt:lpstr>SVD-LLM</vt:lpstr>
      <vt:lpstr>SVD-LLM</vt:lpstr>
      <vt:lpstr>SVD-LLM</vt:lpstr>
      <vt:lpstr>Paper sharing</vt:lpstr>
      <vt:lpstr>SVD-LLM</vt:lpstr>
      <vt:lpstr>EoRA</vt:lpstr>
      <vt:lpstr>SVD-LLM</vt:lpstr>
      <vt:lpstr>PowerPoint 演示文稿</vt:lpstr>
    </vt:vector>
  </TitlesOfParts>
  <Company>AMD</Company>
  <LinksUpToDate>false</LinksUpToDate>
  <SharedDoc>false</SharedDoc>
  <HyperlinksChanged>false</HyperlinksChanged>
  <AppVersion>14.0000</AppVersion>
  <Manager>&lt;Comms manager name here&gt;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SpintQuant</dc:title>
  <dc:creator>Wang, Han</dc:creator>
  <cp:keywords>AMD Corporate Powerpoint Template</cp:keywords>
  <dc:subject>AMD Corporate Powerpoint Template</dc:subject>
  <cp:category>AMD Corporate Powerpoint Template</cp:category>
  <cp:lastModifiedBy>北纬30°</cp:lastModifiedBy>
  <cp:revision>10</cp:revision>
  <cp:lastPrinted>2024-11-08T02:55:30Z</cp:lastPrinted>
  <dcterms:created xsi:type="dcterms:W3CDTF">2024-11-08T02:55:30Z</dcterms:created>
  <dcterms:modified xsi:type="dcterms:W3CDTF">2024-11-08T02:55:30Z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er">
    <vt:lpwstr>AMD Creative Studio</vt:lpwstr>
  </property>
  <property fmtid="{D5CDD505-2E9C-101B-9397-08002B2CF9AE}" pid="3" name="Date completed">
    <vt:lpwstr>April 30, 2020</vt:lpwstr>
  </property>
  <property fmtid="{D5CDD505-2E9C-101B-9397-08002B2CF9AE}" pid="4" name="MS_Version">
    <vt:lpwstr>1.0.0</vt:lpwstr>
  </property>
  <property fmtid="{D5CDD505-2E9C-101B-9397-08002B2CF9AE}" pid="5" name="TemplafyTimeStamp">
    <vt:lpwstr>2021-07-26T15:24:07</vt:lpwstr>
  </property>
  <property fmtid="{D5CDD505-2E9C-101B-9397-08002B2CF9AE}" pid="6" name="MSIP_Label_4342314e-0df4-4b58-84bf-38bed6170a0f_Enabled">
    <vt:lpwstr>true</vt:lpwstr>
  </property>
  <property fmtid="{D5CDD505-2E9C-101B-9397-08002B2CF9AE}" pid="7" name="MSIP_Label_4342314e-0df4-4b58-84bf-38bed6170a0f_SetDate">
    <vt:lpwstr>2024-04-03T19:29:53Z</vt:lpwstr>
  </property>
  <property fmtid="{D5CDD505-2E9C-101B-9397-08002B2CF9AE}" pid="8" name="MSIP_Label_4342314e-0df4-4b58-84bf-38bed6170a0f_Method">
    <vt:lpwstr>Standard</vt:lpwstr>
  </property>
  <property fmtid="{D5CDD505-2E9C-101B-9397-08002B2CF9AE}" pid="9" name="MSIP_Label_4342314e-0df4-4b58-84bf-38bed6170a0f_Name">
    <vt:lpwstr>General</vt:lpwstr>
  </property>
  <property fmtid="{D5CDD505-2E9C-101B-9397-08002B2CF9AE}" pid="10" name="MSIP_Label_4342314e-0df4-4b58-84bf-38bed6170a0f_SiteId">
    <vt:lpwstr>3dd8961f-e488-4e60-8e11-a82d994e183d</vt:lpwstr>
  </property>
  <property fmtid="{D5CDD505-2E9C-101B-9397-08002B2CF9AE}" pid="11" name="MSIP_Label_4342314e-0df4-4b58-84bf-38bed6170a0f_ActionId">
    <vt:lpwstr>35a70717-8365-47db-b5e1-414ae0f16de3</vt:lpwstr>
  </property>
  <property fmtid="{D5CDD505-2E9C-101B-9397-08002B2CF9AE}" pid="12" name="MSIP_Label_4342314e-0df4-4b58-84bf-38bed6170a0f_ContentBits">
    <vt:lpwstr>1</vt:lpwstr>
  </property>
  <property fmtid="{D5CDD505-2E9C-101B-9397-08002B2CF9AE}" pid="13" name="ClassificationContentMarkingHeaderLocations">
    <vt:lpwstr>AMD Corporate Template_Dark:6</vt:lpwstr>
  </property>
  <property fmtid="{D5CDD505-2E9C-101B-9397-08002B2CF9AE}" pid="14" name="ClassificationContentMarkingHeaderText">
    <vt:lpwstr>[AMD Official Use Only - General]</vt:lpwstr>
  </property>
  <property fmtid="{D5CDD505-2E9C-101B-9397-08002B2CF9AE}" pid="15" name="ContentTypeId">
    <vt:lpwstr>0x0101001CF6F97B1492884880D27C3C0B7435B9</vt:lpwstr>
  </property>
  <property fmtid="{D5CDD505-2E9C-101B-9397-08002B2CF9AE}" pid="16" name="MediaServiceImageTags">
    <vt:lpwstr/>
  </property>
  <property fmtid="{D5CDD505-2E9C-101B-9397-08002B2CF9AE}" pid="17" name="ICV">
    <vt:lpwstr>C7E0D7863879F3254E6F2D67190BFAB2_42</vt:lpwstr>
  </property>
  <property fmtid="{D5CDD505-2E9C-101B-9397-08002B2CF9AE}" pid="18" name="KSOProductBuildVer">
    <vt:lpwstr>2052-6.7.1.8828</vt:lpwstr>
  </property>
</Properties>
</file>